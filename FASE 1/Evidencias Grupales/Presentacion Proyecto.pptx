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5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5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710522" y="3127823"/>
            <a:ext cx="5052059" cy="6340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3236765" y="3874159"/>
            <a:ext cx="4619625" cy="5724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2D73B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5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805006"/>
            <a:ext cx="1076325" cy="482600"/>
          </a:xfrm>
          <a:custGeom>
            <a:avLst/>
            <a:gdLst/>
            <a:ahLst/>
            <a:cxnLst/>
            <a:rect l="l" t="t" r="r" b="b"/>
            <a:pathLst>
              <a:path w="1076325" h="482600">
                <a:moveTo>
                  <a:pt x="1076324" y="481993"/>
                </a:moveTo>
                <a:lnTo>
                  <a:pt x="0" y="481993"/>
                </a:lnTo>
                <a:lnTo>
                  <a:pt x="0" y="0"/>
                </a:lnTo>
                <a:lnTo>
                  <a:pt x="1076324" y="0"/>
                </a:lnTo>
                <a:lnTo>
                  <a:pt x="1076324" y="481993"/>
                </a:lnTo>
                <a:close/>
              </a:path>
            </a:pathLst>
          </a:custGeom>
          <a:solidFill>
            <a:srgbClr val="0A26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073875" y="9805006"/>
            <a:ext cx="1598295" cy="482600"/>
          </a:xfrm>
          <a:custGeom>
            <a:avLst/>
            <a:gdLst/>
            <a:ahLst/>
            <a:cxnLst/>
            <a:rect l="l" t="t" r="r" b="b"/>
            <a:pathLst>
              <a:path w="1598295" h="482600">
                <a:moveTo>
                  <a:pt x="0" y="481993"/>
                </a:moveTo>
                <a:lnTo>
                  <a:pt x="1597701" y="481993"/>
                </a:lnTo>
                <a:lnTo>
                  <a:pt x="1597701" y="0"/>
                </a:lnTo>
                <a:lnTo>
                  <a:pt x="0" y="0"/>
                </a:lnTo>
                <a:lnTo>
                  <a:pt x="0" y="481993"/>
                </a:lnTo>
                <a:close/>
              </a:path>
            </a:pathLst>
          </a:custGeom>
          <a:solidFill>
            <a:srgbClr val="1542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671577" y="9805006"/>
            <a:ext cx="1267460" cy="482600"/>
          </a:xfrm>
          <a:custGeom>
            <a:avLst/>
            <a:gdLst/>
            <a:ahLst/>
            <a:cxnLst/>
            <a:rect l="l" t="t" r="r" b="b"/>
            <a:pathLst>
              <a:path w="1267460" h="482600">
                <a:moveTo>
                  <a:pt x="0" y="481993"/>
                </a:moveTo>
                <a:lnTo>
                  <a:pt x="1267097" y="481993"/>
                </a:lnTo>
                <a:lnTo>
                  <a:pt x="1267097" y="0"/>
                </a:lnTo>
                <a:lnTo>
                  <a:pt x="0" y="0"/>
                </a:lnTo>
                <a:lnTo>
                  <a:pt x="0" y="481993"/>
                </a:lnTo>
                <a:close/>
              </a:path>
            </a:pathLst>
          </a:custGeom>
          <a:solidFill>
            <a:srgbClr val="2053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938674" y="9805006"/>
            <a:ext cx="1295400" cy="482600"/>
          </a:xfrm>
          <a:custGeom>
            <a:avLst/>
            <a:gdLst/>
            <a:ahLst/>
            <a:cxnLst/>
            <a:rect l="l" t="t" r="r" b="b"/>
            <a:pathLst>
              <a:path w="1295400" h="482600">
                <a:moveTo>
                  <a:pt x="1295399" y="481993"/>
                </a:moveTo>
                <a:lnTo>
                  <a:pt x="0" y="481993"/>
                </a:lnTo>
                <a:lnTo>
                  <a:pt x="0" y="0"/>
                </a:lnTo>
                <a:lnTo>
                  <a:pt x="1295399" y="0"/>
                </a:lnTo>
                <a:lnTo>
                  <a:pt x="1295399" y="481993"/>
                </a:lnTo>
                <a:close/>
              </a:path>
            </a:pathLst>
          </a:custGeom>
          <a:solidFill>
            <a:srgbClr val="2D7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5230316" y="9805006"/>
            <a:ext cx="1295400" cy="482600"/>
          </a:xfrm>
          <a:custGeom>
            <a:avLst/>
            <a:gdLst/>
            <a:ahLst/>
            <a:cxnLst/>
            <a:rect l="l" t="t" r="r" b="b"/>
            <a:pathLst>
              <a:path w="1295400" h="482600">
                <a:moveTo>
                  <a:pt x="1295399" y="481993"/>
                </a:moveTo>
                <a:lnTo>
                  <a:pt x="0" y="481993"/>
                </a:lnTo>
                <a:lnTo>
                  <a:pt x="0" y="0"/>
                </a:lnTo>
                <a:lnTo>
                  <a:pt x="1295399" y="0"/>
                </a:lnTo>
                <a:lnTo>
                  <a:pt x="1295399" y="481993"/>
                </a:lnTo>
                <a:close/>
              </a:path>
            </a:pathLst>
          </a:custGeom>
          <a:solidFill>
            <a:srgbClr val="498C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6521958" y="9805006"/>
            <a:ext cx="11763375" cy="482600"/>
          </a:xfrm>
          <a:custGeom>
            <a:avLst/>
            <a:gdLst/>
            <a:ahLst/>
            <a:cxnLst/>
            <a:rect l="l" t="t" r="r" b="b"/>
            <a:pathLst>
              <a:path w="11763375" h="482600">
                <a:moveTo>
                  <a:pt x="11763374" y="481993"/>
                </a:moveTo>
                <a:lnTo>
                  <a:pt x="0" y="481993"/>
                </a:lnTo>
                <a:lnTo>
                  <a:pt x="0" y="0"/>
                </a:lnTo>
                <a:lnTo>
                  <a:pt x="11763374" y="0"/>
                </a:lnTo>
                <a:lnTo>
                  <a:pt x="11763374" y="481993"/>
                </a:lnTo>
                <a:close/>
              </a:path>
            </a:pathLst>
          </a:custGeom>
          <a:solidFill>
            <a:srgbClr val="5D9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0" y="-1"/>
            <a:ext cx="1074420" cy="542925"/>
          </a:xfrm>
          <a:custGeom>
            <a:avLst/>
            <a:gdLst/>
            <a:ahLst/>
            <a:cxnLst/>
            <a:rect l="l" t="t" r="r" b="b"/>
            <a:pathLst>
              <a:path w="1074420" h="542925">
                <a:moveTo>
                  <a:pt x="0" y="542924"/>
                </a:moveTo>
                <a:lnTo>
                  <a:pt x="1073875" y="542924"/>
                </a:lnTo>
                <a:lnTo>
                  <a:pt x="1073875" y="0"/>
                </a:lnTo>
                <a:lnTo>
                  <a:pt x="0" y="0"/>
                </a:lnTo>
                <a:lnTo>
                  <a:pt x="0" y="542924"/>
                </a:lnTo>
                <a:close/>
              </a:path>
            </a:pathLst>
          </a:custGeom>
          <a:solidFill>
            <a:srgbClr val="0A26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073875" y="-1"/>
            <a:ext cx="969010" cy="542925"/>
          </a:xfrm>
          <a:custGeom>
            <a:avLst/>
            <a:gdLst/>
            <a:ahLst/>
            <a:cxnLst/>
            <a:rect l="l" t="t" r="r" b="b"/>
            <a:pathLst>
              <a:path w="969010" h="542925">
                <a:moveTo>
                  <a:pt x="0" y="542924"/>
                </a:moveTo>
                <a:lnTo>
                  <a:pt x="968831" y="542924"/>
                </a:lnTo>
                <a:lnTo>
                  <a:pt x="968831" y="0"/>
                </a:lnTo>
                <a:lnTo>
                  <a:pt x="0" y="0"/>
                </a:lnTo>
                <a:lnTo>
                  <a:pt x="0" y="542924"/>
                </a:lnTo>
                <a:close/>
              </a:path>
            </a:pathLst>
          </a:custGeom>
          <a:solidFill>
            <a:srgbClr val="15427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2042706" y="-1"/>
            <a:ext cx="969010" cy="542925"/>
          </a:xfrm>
          <a:custGeom>
            <a:avLst/>
            <a:gdLst/>
            <a:ahLst/>
            <a:cxnLst/>
            <a:rect l="l" t="t" r="r" b="b"/>
            <a:pathLst>
              <a:path w="969010" h="542925">
                <a:moveTo>
                  <a:pt x="0" y="542924"/>
                </a:moveTo>
                <a:lnTo>
                  <a:pt x="968831" y="542924"/>
                </a:lnTo>
                <a:lnTo>
                  <a:pt x="968831" y="0"/>
                </a:lnTo>
                <a:lnTo>
                  <a:pt x="0" y="0"/>
                </a:lnTo>
                <a:lnTo>
                  <a:pt x="0" y="542924"/>
                </a:lnTo>
                <a:close/>
              </a:path>
            </a:pathLst>
          </a:custGeom>
          <a:solidFill>
            <a:srgbClr val="2053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011538" y="-1"/>
            <a:ext cx="990600" cy="542925"/>
          </a:xfrm>
          <a:custGeom>
            <a:avLst/>
            <a:gdLst/>
            <a:ahLst/>
            <a:cxnLst/>
            <a:rect l="l" t="t" r="r" b="b"/>
            <a:pathLst>
              <a:path w="990600" h="542925">
                <a:moveTo>
                  <a:pt x="990599" y="542924"/>
                </a:moveTo>
                <a:lnTo>
                  <a:pt x="0" y="542924"/>
                </a:lnTo>
                <a:lnTo>
                  <a:pt x="0" y="0"/>
                </a:lnTo>
                <a:lnTo>
                  <a:pt x="990599" y="0"/>
                </a:lnTo>
                <a:lnTo>
                  <a:pt x="990599" y="542924"/>
                </a:lnTo>
                <a:close/>
              </a:path>
            </a:pathLst>
          </a:custGeom>
          <a:solidFill>
            <a:srgbClr val="2D7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999137" y="-1"/>
            <a:ext cx="952500" cy="542925"/>
          </a:xfrm>
          <a:custGeom>
            <a:avLst/>
            <a:gdLst/>
            <a:ahLst/>
            <a:cxnLst/>
            <a:rect l="l" t="t" r="r" b="b"/>
            <a:pathLst>
              <a:path w="952500" h="542925">
                <a:moveTo>
                  <a:pt x="0" y="542924"/>
                </a:moveTo>
                <a:lnTo>
                  <a:pt x="952500" y="542924"/>
                </a:lnTo>
                <a:lnTo>
                  <a:pt x="952500" y="0"/>
                </a:lnTo>
                <a:lnTo>
                  <a:pt x="0" y="0"/>
                </a:lnTo>
                <a:lnTo>
                  <a:pt x="0" y="542924"/>
                </a:lnTo>
                <a:close/>
              </a:path>
            </a:pathLst>
          </a:custGeom>
          <a:solidFill>
            <a:srgbClr val="498C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951637" y="-1"/>
            <a:ext cx="13296900" cy="542925"/>
          </a:xfrm>
          <a:custGeom>
            <a:avLst/>
            <a:gdLst/>
            <a:ahLst/>
            <a:cxnLst/>
            <a:rect l="l" t="t" r="r" b="b"/>
            <a:pathLst>
              <a:path w="13296900" h="542925">
                <a:moveTo>
                  <a:pt x="13296899" y="542924"/>
                </a:moveTo>
                <a:lnTo>
                  <a:pt x="0" y="542924"/>
                </a:lnTo>
                <a:lnTo>
                  <a:pt x="0" y="0"/>
                </a:lnTo>
                <a:lnTo>
                  <a:pt x="13296899" y="0"/>
                </a:lnTo>
                <a:lnTo>
                  <a:pt x="13296899" y="542924"/>
                </a:lnTo>
                <a:close/>
              </a:path>
            </a:pathLst>
          </a:custGeom>
          <a:solidFill>
            <a:srgbClr val="5D9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99946" y="2609093"/>
            <a:ext cx="6891020" cy="2254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5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84326" y="2828775"/>
            <a:ext cx="7691755" cy="5935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3" Type="http://schemas.openxmlformats.org/officeDocument/2006/relationships/image" Target="../media/image16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41B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788336" y="0"/>
            <a:ext cx="2914650" cy="10287000"/>
            <a:chOff x="788336" y="0"/>
            <a:chExt cx="2914650" cy="1028700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336" y="0"/>
              <a:ext cx="2914262" cy="1028252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88336" y="0"/>
              <a:ext cx="2914650" cy="4949190"/>
            </a:xfrm>
            <a:custGeom>
              <a:avLst/>
              <a:gdLst/>
              <a:ahLst/>
              <a:cxnLst/>
              <a:rect l="l" t="t" r="r" b="b"/>
              <a:pathLst>
                <a:path w="2914650" h="4949190">
                  <a:moveTo>
                    <a:pt x="0" y="4948647"/>
                  </a:moveTo>
                  <a:lnTo>
                    <a:pt x="2914262" y="4948647"/>
                  </a:lnTo>
                  <a:lnTo>
                    <a:pt x="2914262" y="0"/>
                  </a:lnTo>
                  <a:lnTo>
                    <a:pt x="0" y="0"/>
                  </a:lnTo>
                  <a:lnTo>
                    <a:pt x="0" y="4948647"/>
                  </a:lnTo>
                  <a:close/>
                </a:path>
              </a:pathLst>
            </a:custGeom>
            <a:solidFill>
              <a:srgbClr val="2D73B3">
                <a:alpha val="75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88336" y="4948647"/>
              <a:ext cx="2914650" cy="104139"/>
            </a:xfrm>
            <a:custGeom>
              <a:avLst/>
              <a:gdLst/>
              <a:ahLst/>
              <a:cxnLst/>
              <a:rect l="l" t="t" r="r" b="b"/>
              <a:pathLst>
                <a:path w="2914650" h="104139">
                  <a:moveTo>
                    <a:pt x="2914142" y="103556"/>
                  </a:moveTo>
                  <a:lnTo>
                    <a:pt x="0" y="103556"/>
                  </a:lnTo>
                  <a:lnTo>
                    <a:pt x="0" y="0"/>
                  </a:lnTo>
                  <a:lnTo>
                    <a:pt x="2914142" y="0"/>
                  </a:lnTo>
                  <a:lnTo>
                    <a:pt x="2914142" y="103556"/>
                  </a:lnTo>
                  <a:close/>
                </a:path>
              </a:pathLst>
            </a:custGeom>
            <a:solidFill>
              <a:srgbClr val="2D7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88336" y="5052204"/>
              <a:ext cx="2914650" cy="5234940"/>
            </a:xfrm>
            <a:custGeom>
              <a:avLst/>
              <a:gdLst/>
              <a:ahLst/>
              <a:cxnLst/>
              <a:rect l="l" t="t" r="r" b="b"/>
              <a:pathLst>
                <a:path w="2914650" h="5234940">
                  <a:moveTo>
                    <a:pt x="2914262" y="5234795"/>
                  </a:moveTo>
                  <a:lnTo>
                    <a:pt x="0" y="5234795"/>
                  </a:lnTo>
                  <a:lnTo>
                    <a:pt x="0" y="0"/>
                  </a:lnTo>
                  <a:lnTo>
                    <a:pt x="2914262" y="0"/>
                  </a:lnTo>
                  <a:lnTo>
                    <a:pt x="2914262" y="5234795"/>
                  </a:lnTo>
                  <a:close/>
                </a:path>
              </a:pathLst>
            </a:custGeom>
            <a:solidFill>
              <a:srgbClr val="2D73B3">
                <a:alpha val="75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/>
          <p:nvPr/>
        </p:nvSpPr>
        <p:spPr>
          <a:xfrm>
            <a:off x="12161386" y="558588"/>
            <a:ext cx="1139825" cy="2604770"/>
          </a:xfrm>
          <a:custGeom>
            <a:avLst/>
            <a:gdLst/>
            <a:ahLst/>
            <a:cxnLst/>
            <a:rect l="l" t="t" r="r" b="b"/>
            <a:pathLst>
              <a:path w="1139825" h="2604770">
                <a:moveTo>
                  <a:pt x="1139726" y="2604452"/>
                </a:moveTo>
                <a:lnTo>
                  <a:pt x="0" y="2604452"/>
                </a:lnTo>
                <a:lnTo>
                  <a:pt x="0" y="0"/>
                </a:lnTo>
                <a:lnTo>
                  <a:pt x="1139726" y="0"/>
                </a:lnTo>
                <a:lnTo>
                  <a:pt x="1139726" y="2604452"/>
                </a:lnTo>
                <a:close/>
              </a:path>
            </a:pathLst>
          </a:custGeom>
          <a:solidFill>
            <a:srgbClr val="2D73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3537176" y="558588"/>
            <a:ext cx="4751070" cy="2604770"/>
            <a:chOff x="13537176" y="558588"/>
            <a:chExt cx="4751070" cy="2604770"/>
          </a:xfrm>
        </p:grpSpPr>
        <p:sp>
          <p:nvSpPr>
            <p:cNvPr id="5" name="object 5"/>
            <p:cNvSpPr/>
            <p:nvPr/>
          </p:nvSpPr>
          <p:spPr>
            <a:xfrm>
              <a:off x="13537176" y="558588"/>
              <a:ext cx="4751070" cy="2604770"/>
            </a:xfrm>
            <a:custGeom>
              <a:avLst/>
              <a:gdLst/>
              <a:ahLst/>
              <a:cxnLst/>
              <a:rect l="l" t="t" r="r" b="b"/>
              <a:pathLst>
                <a:path w="4751069" h="2604770">
                  <a:moveTo>
                    <a:pt x="4750858" y="2604325"/>
                  </a:moveTo>
                  <a:lnTo>
                    <a:pt x="0" y="2604325"/>
                  </a:lnTo>
                  <a:lnTo>
                    <a:pt x="0" y="0"/>
                  </a:lnTo>
                  <a:lnTo>
                    <a:pt x="4750858" y="0"/>
                  </a:lnTo>
                  <a:lnTo>
                    <a:pt x="4750858" y="2604325"/>
                  </a:lnTo>
                  <a:close/>
                </a:path>
              </a:pathLst>
            </a:custGeom>
            <a:solidFill>
              <a:srgbClr val="6BA7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11033" y="1171288"/>
              <a:ext cx="3600449" cy="885824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0980" rIns="0" bIns="0" rtlCol="0" vert="horz">
            <a:spAutoFit/>
          </a:bodyPr>
          <a:lstStyle/>
          <a:p>
            <a:pPr marL="12700" marR="5080">
              <a:lnSpc>
                <a:spcPts val="7950"/>
              </a:lnSpc>
              <a:spcBef>
                <a:spcPts val="1740"/>
              </a:spcBef>
            </a:pPr>
            <a:r>
              <a:rPr dirty="0" sz="8000" spc="810"/>
              <a:t>Portafolio</a:t>
            </a:r>
            <a:r>
              <a:rPr dirty="0" sz="8000" spc="380"/>
              <a:t> </a:t>
            </a:r>
            <a:r>
              <a:rPr dirty="0" sz="8000" spc="930"/>
              <a:t>de </a:t>
            </a:r>
            <a:r>
              <a:rPr dirty="0" sz="8000" spc="630"/>
              <a:t>Título</a:t>
            </a:r>
            <a:endParaRPr sz="8000"/>
          </a:p>
        </p:txBody>
      </p:sp>
      <p:sp>
        <p:nvSpPr>
          <p:cNvPr id="3" name="object 3"/>
          <p:cNvSpPr/>
          <p:nvPr/>
        </p:nvSpPr>
        <p:spPr>
          <a:xfrm>
            <a:off x="4417409" y="4987105"/>
            <a:ext cx="3067050" cy="0"/>
          </a:xfrm>
          <a:custGeom>
            <a:avLst/>
            <a:gdLst/>
            <a:ahLst/>
            <a:cxnLst/>
            <a:rect l="l" t="t" r="r" b="b"/>
            <a:pathLst>
              <a:path w="3067050" h="0">
                <a:moveTo>
                  <a:pt x="0" y="0"/>
                </a:moveTo>
                <a:lnTo>
                  <a:pt x="3066715" y="0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99946" y="5143591"/>
            <a:ext cx="4056379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>
                <a:solidFill>
                  <a:srgbClr val="FFFFFF"/>
                </a:solidFill>
                <a:latin typeface="Montserrat"/>
                <a:cs typeface="Montserrat"/>
              </a:rPr>
              <a:t>“RedSol</a:t>
            </a:r>
            <a:r>
              <a:rPr dirty="0" sz="3900" spc="-15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3900" spc="-10">
                <a:solidFill>
                  <a:srgbClr val="FFFFFF"/>
                </a:solidFill>
                <a:latin typeface="Montserrat"/>
                <a:cs typeface="Montserrat"/>
              </a:rPr>
              <a:t>Service”</a:t>
            </a:r>
            <a:endParaRPr sz="3900">
              <a:latin typeface="Montserrat"/>
              <a:cs typeface="Montserra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99946" y="8178129"/>
            <a:ext cx="7166609" cy="13639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775"/>
              </a:lnSpc>
              <a:spcBef>
                <a:spcPts val="105"/>
              </a:spcBef>
            </a:pPr>
            <a:r>
              <a:rPr dirty="0" sz="2550" spc="-55">
                <a:solidFill>
                  <a:srgbClr val="BCDEFF"/>
                </a:solidFill>
                <a:latin typeface="Montserrat"/>
                <a:cs typeface="Montserrat"/>
              </a:rPr>
              <a:t>Ingeniería</a:t>
            </a:r>
            <a:r>
              <a:rPr dirty="0" sz="2550" spc="-85">
                <a:solidFill>
                  <a:srgbClr val="BCDEFF"/>
                </a:solidFill>
                <a:latin typeface="Montserrat"/>
                <a:cs typeface="Montserrat"/>
              </a:rPr>
              <a:t> </a:t>
            </a:r>
            <a:r>
              <a:rPr dirty="0" sz="2550" spc="-10">
                <a:solidFill>
                  <a:srgbClr val="BCDEFF"/>
                </a:solidFill>
                <a:latin typeface="Montserrat"/>
                <a:cs typeface="Montserrat"/>
              </a:rPr>
              <a:t>Informática</a:t>
            </a:r>
            <a:endParaRPr sz="2550">
              <a:latin typeface="Montserrat"/>
              <a:cs typeface="Montserrat"/>
            </a:endParaRPr>
          </a:p>
          <a:p>
            <a:pPr marL="12700" marR="5080">
              <a:lnSpc>
                <a:spcPts val="2490"/>
              </a:lnSpc>
              <a:spcBef>
                <a:spcPts val="270"/>
              </a:spcBef>
            </a:pPr>
            <a:r>
              <a:rPr dirty="0" sz="2550" spc="-50">
                <a:solidFill>
                  <a:srgbClr val="BCDEFF"/>
                </a:solidFill>
                <a:latin typeface="Montserrat"/>
                <a:cs typeface="Montserrat"/>
              </a:rPr>
              <a:t>Escuela</a:t>
            </a:r>
            <a:r>
              <a:rPr dirty="0" sz="2550" spc="-120">
                <a:solidFill>
                  <a:srgbClr val="BCDEFF"/>
                </a:solidFill>
                <a:latin typeface="Montserrat"/>
                <a:cs typeface="Montserrat"/>
              </a:rPr>
              <a:t> </a:t>
            </a:r>
            <a:r>
              <a:rPr dirty="0" sz="2550">
                <a:solidFill>
                  <a:srgbClr val="BCDEFF"/>
                </a:solidFill>
                <a:latin typeface="Montserrat"/>
                <a:cs typeface="Montserrat"/>
              </a:rPr>
              <a:t>de</a:t>
            </a:r>
            <a:r>
              <a:rPr dirty="0" sz="2550" spc="-125">
                <a:solidFill>
                  <a:srgbClr val="BCDEFF"/>
                </a:solidFill>
                <a:latin typeface="Montserrat"/>
                <a:cs typeface="Montserrat"/>
              </a:rPr>
              <a:t> </a:t>
            </a:r>
            <a:r>
              <a:rPr dirty="0" sz="2550" spc="-55">
                <a:solidFill>
                  <a:srgbClr val="BCDEFF"/>
                </a:solidFill>
                <a:latin typeface="Montserrat"/>
                <a:cs typeface="Montserrat"/>
              </a:rPr>
              <a:t>Informática</a:t>
            </a:r>
            <a:r>
              <a:rPr dirty="0" sz="2550" spc="-110">
                <a:solidFill>
                  <a:srgbClr val="BCDEFF"/>
                </a:solidFill>
                <a:latin typeface="Montserrat"/>
                <a:cs typeface="Montserrat"/>
              </a:rPr>
              <a:t> </a:t>
            </a:r>
            <a:r>
              <a:rPr dirty="0" sz="2550">
                <a:solidFill>
                  <a:srgbClr val="BCDEFF"/>
                </a:solidFill>
                <a:latin typeface="Montserrat"/>
                <a:cs typeface="Montserrat"/>
              </a:rPr>
              <a:t>y</a:t>
            </a:r>
            <a:r>
              <a:rPr dirty="0" sz="2550" spc="-114">
                <a:solidFill>
                  <a:srgbClr val="BCDEFF"/>
                </a:solidFill>
                <a:latin typeface="Montserrat"/>
                <a:cs typeface="Montserrat"/>
              </a:rPr>
              <a:t> </a:t>
            </a:r>
            <a:r>
              <a:rPr dirty="0" sz="2550" spc="-40">
                <a:solidFill>
                  <a:srgbClr val="BCDEFF"/>
                </a:solidFill>
                <a:latin typeface="Montserrat"/>
                <a:cs typeface="Montserrat"/>
              </a:rPr>
              <a:t>Telecomunicaciones </a:t>
            </a:r>
            <a:r>
              <a:rPr dirty="0" sz="2550" spc="-35">
                <a:solidFill>
                  <a:srgbClr val="BCDEFF"/>
                </a:solidFill>
                <a:latin typeface="Montserrat"/>
                <a:cs typeface="Montserrat"/>
              </a:rPr>
              <a:t>Sede</a:t>
            </a:r>
            <a:r>
              <a:rPr dirty="0" sz="2550" spc="-130">
                <a:solidFill>
                  <a:srgbClr val="BCDEFF"/>
                </a:solidFill>
                <a:latin typeface="Montserrat"/>
                <a:cs typeface="Montserrat"/>
              </a:rPr>
              <a:t> </a:t>
            </a:r>
            <a:r>
              <a:rPr dirty="0" sz="2550" spc="-45">
                <a:solidFill>
                  <a:srgbClr val="BCDEFF"/>
                </a:solidFill>
                <a:latin typeface="Montserrat"/>
                <a:cs typeface="Montserrat"/>
              </a:rPr>
              <a:t>Puente</a:t>
            </a:r>
            <a:r>
              <a:rPr dirty="0" sz="2550" spc="-125">
                <a:solidFill>
                  <a:srgbClr val="BCDEFF"/>
                </a:solidFill>
                <a:latin typeface="Montserrat"/>
                <a:cs typeface="Montserrat"/>
              </a:rPr>
              <a:t> </a:t>
            </a:r>
            <a:r>
              <a:rPr dirty="0" sz="2550" spc="-20">
                <a:solidFill>
                  <a:srgbClr val="BCDEFF"/>
                </a:solidFill>
                <a:latin typeface="Montserrat"/>
                <a:cs typeface="Montserrat"/>
              </a:rPr>
              <a:t>Alto</a:t>
            </a:r>
            <a:endParaRPr sz="2550">
              <a:latin typeface="Montserrat"/>
              <a:cs typeface="Montserrat"/>
            </a:endParaRPr>
          </a:p>
          <a:p>
            <a:pPr marL="12700">
              <a:lnSpc>
                <a:spcPts val="2505"/>
              </a:lnSpc>
            </a:pPr>
            <a:r>
              <a:rPr dirty="0" sz="2550" spc="-20">
                <a:solidFill>
                  <a:srgbClr val="BCDEFF"/>
                </a:solidFill>
                <a:latin typeface="Montserrat"/>
                <a:cs typeface="Montserrat"/>
              </a:rPr>
              <a:t>2026</a:t>
            </a:r>
            <a:endParaRPr sz="255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99429" y="1155973"/>
            <a:ext cx="19050" cy="9131300"/>
          </a:xfrm>
          <a:custGeom>
            <a:avLst/>
            <a:gdLst/>
            <a:ahLst/>
            <a:cxnLst/>
            <a:rect l="l" t="t" r="r" b="b"/>
            <a:pathLst>
              <a:path w="19050" h="9131300">
                <a:moveTo>
                  <a:pt x="0" y="9131025"/>
                </a:moveTo>
                <a:lnTo>
                  <a:pt x="19049" y="9131025"/>
                </a:lnTo>
                <a:lnTo>
                  <a:pt x="19049" y="0"/>
                </a:lnTo>
                <a:lnTo>
                  <a:pt x="0" y="0"/>
                </a:lnTo>
                <a:lnTo>
                  <a:pt x="0" y="9131025"/>
                </a:lnTo>
                <a:close/>
              </a:path>
            </a:pathLst>
          </a:custGeom>
          <a:solidFill>
            <a:srgbClr val="0A264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0293177" y="0"/>
            <a:ext cx="7995284" cy="1156335"/>
            <a:chOff x="10293177" y="0"/>
            <a:chExt cx="7995284" cy="1156335"/>
          </a:xfrm>
        </p:grpSpPr>
        <p:sp>
          <p:nvSpPr>
            <p:cNvPr id="4" name="object 4"/>
            <p:cNvSpPr/>
            <p:nvPr/>
          </p:nvSpPr>
          <p:spPr>
            <a:xfrm>
              <a:off x="16199429" y="0"/>
              <a:ext cx="19050" cy="1089025"/>
            </a:xfrm>
            <a:custGeom>
              <a:avLst/>
              <a:gdLst/>
              <a:ahLst/>
              <a:cxnLst/>
              <a:rect l="l" t="t" r="r" b="b"/>
              <a:pathLst>
                <a:path w="19050" h="1089025">
                  <a:moveTo>
                    <a:pt x="0" y="1088442"/>
                  </a:moveTo>
                  <a:lnTo>
                    <a:pt x="19049" y="1088442"/>
                  </a:lnTo>
                  <a:lnTo>
                    <a:pt x="19049" y="0"/>
                  </a:lnTo>
                  <a:lnTo>
                    <a:pt x="0" y="0"/>
                  </a:lnTo>
                  <a:lnTo>
                    <a:pt x="0" y="1088442"/>
                  </a:lnTo>
                  <a:close/>
                </a:path>
              </a:pathLst>
            </a:custGeom>
            <a:solidFill>
              <a:srgbClr val="0A26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293177" y="1088442"/>
              <a:ext cx="7995284" cy="67945"/>
            </a:xfrm>
            <a:custGeom>
              <a:avLst/>
              <a:gdLst/>
              <a:ahLst/>
              <a:cxnLst/>
              <a:rect l="l" t="t" r="r" b="b"/>
              <a:pathLst>
                <a:path w="7995284" h="67944">
                  <a:moveTo>
                    <a:pt x="7994821" y="67531"/>
                  </a:moveTo>
                  <a:lnTo>
                    <a:pt x="0" y="67531"/>
                  </a:lnTo>
                  <a:lnTo>
                    <a:pt x="0" y="0"/>
                  </a:lnTo>
                  <a:lnTo>
                    <a:pt x="7994821" y="0"/>
                  </a:lnTo>
                  <a:lnTo>
                    <a:pt x="7994821" y="67531"/>
                  </a:lnTo>
                  <a:close/>
                </a:path>
              </a:pathLst>
            </a:custGeom>
            <a:solidFill>
              <a:srgbClr val="2D73B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68007" y="773126"/>
            <a:ext cx="6609715" cy="2254250"/>
          </a:xfrm>
          <a:prstGeom prst="rect"/>
        </p:spPr>
        <p:txBody>
          <a:bodyPr wrap="square" lIns="0" tIns="220980" rIns="0" bIns="0" rtlCol="0" vert="horz">
            <a:spAutoFit/>
          </a:bodyPr>
          <a:lstStyle/>
          <a:p>
            <a:pPr marL="12700" marR="5080">
              <a:lnSpc>
                <a:spcPts val="7950"/>
              </a:lnSpc>
              <a:spcBef>
                <a:spcPts val="1740"/>
              </a:spcBef>
            </a:pPr>
            <a:r>
              <a:rPr dirty="0" sz="8000" spc="850">
                <a:solidFill>
                  <a:srgbClr val="1B3B6B"/>
                </a:solidFill>
              </a:rPr>
              <a:t>Integrantes </a:t>
            </a:r>
            <a:r>
              <a:rPr dirty="0" sz="8000" spc="770">
                <a:solidFill>
                  <a:srgbClr val="1B3B6B"/>
                </a:solidFill>
              </a:rPr>
              <a:t>del</a:t>
            </a:r>
            <a:r>
              <a:rPr dirty="0" sz="8000" spc="385">
                <a:solidFill>
                  <a:srgbClr val="1B3B6B"/>
                </a:solidFill>
              </a:rPr>
              <a:t> </a:t>
            </a:r>
            <a:r>
              <a:rPr dirty="0" sz="8000" spc="869">
                <a:solidFill>
                  <a:srgbClr val="1B3B6B"/>
                </a:solidFill>
              </a:rPr>
              <a:t>proyecto</a:t>
            </a:r>
            <a:endParaRPr sz="8000"/>
          </a:p>
        </p:txBody>
      </p:sp>
      <p:sp>
        <p:nvSpPr>
          <p:cNvPr id="6" name="object 6"/>
          <p:cNvSpPr/>
          <p:nvPr/>
        </p:nvSpPr>
        <p:spPr>
          <a:xfrm>
            <a:off x="2067910" y="3490153"/>
            <a:ext cx="1019810" cy="1315085"/>
          </a:xfrm>
          <a:custGeom>
            <a:avLst/>
            <a:gdLst/>
            <a:ahLst/>
            <a:cxnLst/>
            <a:rect l="l" t="t" r="r" b="b"/>
            <a:pathLst>
              <a:path w="1019810" h="1315085">
                <a:moveTo>
                  <a:pt x="509605" y="1314747"/>
                </a:moveTo>
                <a:lnTo>
                  <a:pt x="434341" y="1313667"/>
                </a:lnTo>
                <a:lnTo>
                  <a:pt x="362491" y="1310531"/>
                </a:lnTo>
                <a:lnTo>
                  <a:pt x="294848" y="1305495"/>
                </a:lnTo>
                <a:lnTo>
                  <a:pt x="232201" y="1298714"/>
                </a:lnTo>
                <a:lnTo>
                  <a:pt x="175341" y="1290343"/>
                </a:lnTo>
                <a:lnTo>
                  <a:pt x="125059" y="1280538"/>
                </a:lnTo>
                <a:lnTo>
                  <a:pt x="82146" y="1269454"/>
                </a:lnTo>
                <a:lnTo>
                  <a:pt x="21591" y="1244073"/>
                </a:lnTo>
                <a:lnTo>
                  <a:pt x="0" y="1215442"/>
                </a:lnTo>
                <a:lnTo>
                  <a:pt x="1690" y="1163343"/>
                </a:lnTo>
                <a:lnTo>
                  <a:pt x="6674" y="1112407"/>
                </a:lnTo>
                <a:lnTo>
                  <a:pt x="14821" y="1062796"/>
                </a:lnTo>
                <a:lnTo>
                  <a:pt x="25997" y="1014673"/>
                </a:lnTo>
                <a:lnTo>
                  <a:pt x="40073" y="968202"/>
                </a:lnTo>
                <a:lnTo>
                  <a:pt x="56915" y="923547"/>
                </a:lnTo>
                <a:lnTo>
                  <a:pt x="76394" y="880870"/>
                </a:lnTo>
                <a:lnTo>
                  <a:pt x="98377" y="840334"/>
                </a:lnTo>
                <a:lnTo>
                  <a:pt x="122732" y="802104"/>
                </a:lnTo>
                <a:lnTo>
                  <a:pt x="149328" y="766341"/>
                </a:lnTo>
                <a:lnTo>
                  <a:pt x="178034" y="733210"/>
                </a:lnTo>
                <a:lnTo>
                  <a:pt x="208718" y="702873"/>
                </a:lnTo>
                <a:lnTo>
                  <a:pt x="241248" y="675494"/>
                </a:lnTo>
                <a:lnTo>
                  <a:pt x="275493" y="651235"/>
                </a:lnTo>
                <a:lnTo>
                  <a:pt x="311321" y="630261"/>
                </a:lnTo>
                <a:lnTo>
                  <a:pt x="348601" y="612735"/>
                </a:lnTo>
                <a:lnTo>
                  <a:pt x="387201" y="598819"/>
                </a:lnTo>
                <a:lnTo>
                  <a:pt x="426989" y="588677"/>
                </a:lnTo>
                <a:lnTo>
                  <a:pt x="467835" y="582472"/>
                </a:lnTo>
                <a:lnTo>
                  <a:pt x="509605" y="580368"/>
                </a:lnTo>
                <a:lnTo>
                  <a:pt x="551376" y="582472"/>
                </a:lnTo>
                <a:lnTo>
                  <a:pt x="592222" y="588677"/>
                </a:lnTo>
                <a:lnTo>
                  <a:pt x="632010" y="598819"/>
                </a:lnTo>
                <a:lnTo>
                  <a:pt x="670610" y="612735"/>
                </a:lnTo>
                <a:lnTo>
                  <a:pt x="707890" y="630261"/>
                </a:lnTo>
                <a:lnTo>
                  <a:pt x="743718" y="651235"/>
                </a:lnTo>
                <a:lnTo>
                  <a:pt x="777963" y="675494"/>
                </a:lnTo>
                <a:lnTo>
                  <a:pt x="810493" y="702873"/>
                </a:lnTo>
                <a:lnTo>
                  <a:pt x="841177" y="733210"/>
                </a:lnTo>
                <a:lnTo>
                  <a:pt x="869883" y="766341"/>
                </a:lnTo>
                <a:lnTo>
                  <a:pt x="896479" y="802104"/>
                </a:lnTo>
                <a:lnTo>
                  <a:pt x="920834" y="840334"/>
                </a:lnTo>
                <a:lnTo>
                  <a:pt x="942817" y="880870"/>
                </a:lnTo>
                <a:lnTo>
                  <a:pt x="962295" y="923547"/>
                </a:lnTo>
                <a:lnTo>
                  <a:pt x="979138" y="968202"/>
                </a:lnTo>
                <a:lnTo>
                  <a:pt x="993214" y="1014673"/>
                </a:lnTo>
                <a:lnTo>
                  <a:pt x="1004390" y="1062796"/>
                </a:lnTo>
                <a:lnTo>
                  <a:pt x="1012537" y="1112407"/>
                </a:lnTo>
                <a:lnTo>
                  <a:pt x="1017521" y="1163343"/>
                </a:lnTo>
                <a:lnTo>
                  <a:pt x="1019211" y="1215442"/>
                </a:lnTo>
                <a:lnTo>
                  <a:pt x="1013682" y="1230086"/>
                </a:lnTo>
                <a:lnTo>
                  <a:pt x="971818" y="1257247"/>
                </a:lnTo>
                <a:lnTo>
                  <a:pt x="894152" y="1280538"/>
                </a:lnTo>
                <a:lnTo>
                  <a:pt x="843870" y="1290343"/>
                </a:lnTo>
                <a:lnTo>
                  <a:pt x="787010" y="1298714"/>
                </a:lnTo>
                <a:lnTo>
                  <a:pt x="724363" y="1305495"/>
                </a:lnTo>
                <a:lnTo>
                  <a:pt x="656719" y="1310531"/>
                </a:lnTo>
                <a:lnTo>
                  <a:pt x="584870" y="1313667"/>
                </a:lnTo>
                <a:lnTo>
                  <a:pt x="509605" y="1314747"/>
                </a:lnTo>
                <a:close/>
              </a:path>
              <a:path w="1019810" h="1315085">
                <a:moveTo>
                  <a:pt x="509605" y="555393"/>
                </a:moveTo>
                <a:lnTo>
                  <a:pt x="459676" y="550920"/>
                </a:lnTo>
                <a:lnTo>
                  <a:pt x="412688" y="538025"/>
                </a:lnTo>
                <a:lnTo>
                  <a:pt x="369425" y="517490"/>
                </a:lnTo>
                <a:lnTo>
                  <a:pt x="330669" y="490098"/>
                </a:lnTo>
                <a:lnTo>
                  <a:pt x="297203" y="456633"/>
                </a:lnTo>
                <a:lnTo>
                  <a:pt x="269812" y="417877"/>
                </a:lnTo>
                <a:lnTo>
                  <a:pt x="249277" y="374613"/>
                </a:lnTo>
                <a:lnTo>
                  <a:pt x="236381" y="327625"/>
                </a:lnTo>
                <a:lnTo>
                  <a:pt x="231909" y="277696"/>
                </a:lnTo>
                <a:lnTo>
                  <a:pt x="236381" y="227767"/>
                </a:lnTo>
                <a:lnTo>
                  <a:pt x="249277" y="180779"/>
                </a:lnTo>
                <a:lnTo>
                  <a:pt x="269812" y="137515"/>
                </a:lnTo>
                <a:lnTo>
                  <a:pt x="297203" y="98759"/>
                </a:lnTo>
                <a:lnTo>
                  <a:pt x="330669" y="65294"/>
                </a:lnTo>
                <a:lnTo>
                  <a:pt x="369425" y="37902"/>
                </a:lnTo>
                <a:lnTo>
                  <a:pt x="412688" y="17367"/>
                </a:lnTo>
                <a:lnTo>
                  <a:pt x="459676" y="4472"/>
                </a:lnTo>
                <a:lnTo>
                  <a:pt x="509605" y="0"/>
                </a:lnTo>
                <a:lnTo>
                  <a:pt x="559535" y="4472"/>
                </a:lnTo>
                <a:lnTo>
                  <a:pt x="606523" y="17367"/>
                </a:lnTo>
                <a:lnTo>
                  <a:pt x="649786" y="37902"/>
                </a:lnTo>
                <a:lnTo>
                  <a:pt x="688542" y="65294"/>
                </a:lnTo>
                <a:lnTo>
                  <a:pt x="722008" y="98759"/>
                </a:lnTo>
                <a:lnTo>
                  <a:pt x="749399" y="137515"/>
                </a:lnTo>
                <a:lnTo>
                  <a:pt x="769934" y="180779"/>
                </a:lnTo>
                <a:lnTo>
                  <a:pt x="782830" y="227767"/>
                </a:lnTo>
                <a:lnTo>
                  <a:pt x="787302" y="277696"/>
                </a:lnTo>
                <a:lnTo>
                  <a:pt x="782830" y="327625"/>
                </a:lnTo>
                <a:lnTo>
                  <a:pt x="769934" y="374613"/>
                </a:lnTo>
                <a:lnTo>
                  <a:pt x="749399" y="417877"/>
                </a:lnTo>
                <a:lnTo>
                  <a:pt x="722008" y="456633"/>
                </a:lnTo>
                <a:lnTo>
                  <a:pt x="688542" y="490098"/>
                </a:lnTo>
                <a:lnTo>
                  <a:pt x="649786" y="517490"/>
                </a:lnTo>
                <a:lnTo>
                  <a:pt x="606523" y="538025"/>
                </a:lnTo>
                <a:lnTo>
                  <a:pt x="559535" y="550920"/>
                </a:lnTo>
                <a:lnTo>
                  <a:pt x="509605" y="555393"/>
                </a:lnTo>
                <a:close/>
              </a:path>
            </a:pathLst>
          </a:custGeom>
          <a:solidFill>
            <a:srgbClr val="25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714120" y="3490153"/>
            <a:ext cx="1019810" cy="1315085"/>
          </a:xfrm>
          <a:custGeom>
            <a:avLst/>
            <a:gdLst/>
            <a:ahLst/>
            <a:cxnLst/>
            <a:rect l="l" t="t" r="r" b="b"/>
            <a:pathLst>
              <a:path w="1019809" h="1315085">
                <a:moveTo>
                  <a:pt x="509605" y="1314747"/>
                </a:moveTo>
                <a:lnTo>
                  <a:pt x="434341" y="1313667"/>
                </a:lnTo>
                <a:lnTo>
                  <a:pt x="362491" y="1310531"/>
                </a:lnTo>
                <a:lnTo>
                  <a:pt x="294848" y="1305495"/>
                </a:lnTo>
                <a:lnTo>
                  <a:pt x="232201" y="1298714"/>
                </a:lnTo>
                <a:lnTo>
                  <a:pt x="175341" y="1290343"/>
                </a:lnTo>
                <a:lnTo>
                  <a:pt x="125059" y="1280538"/>
                </a:lnTo>
                <a:lnTo>
                  <a:pt x="82146" y="1269454"/>
                </a:lnTo>
                <a:lnTo>
                  <a:pt x="21591" y="1244073"/>
                </a:lnTo>
                <a:lnTo>
                  <a:pt x="0" y="1215442"/>
                </a:lnTo>
                <a:lnTo>
                  <a:pt x="1690" y="1163343"/>
                </a:lnTo>
                <a:lnTo>
                  <a:pt x="6674" y="1112407"/>
                </a:lnTo>
                <a:lnTo>
                  <a:pt x="14821" y="1062796"/>
                </a:lnTo>
                <a:lnTo>
                  <a:pt x="25997" y="1014673"/>
                </a:lnTo>
                <a:lnTo>
                  <a:pt x="40073" y="968202"/>
                </a:lnTo>
                <a:lnTo>
                  <a:pt x="56915" y="923547"/>
                </a:lnTo>
                <a:lnTo>
                  <a:pt x="76394" y="880870"/>
                </a:lnTo>
                <a:lnTo>
                  <a:pt x="98377" y="840334"/>
                </a:lnTo>
                <a:lnTo>
                  <a:pt x="122732" y="802104"/>
                </a:lnTo>
                <a:lnTo>
                  <a:pt x="149328" y="766341"/>
                </a:lnTo>
                <a:lnTo>
                  <a:pt x="178034" y="733210"/>
                </a:lnTo>
                <a:lnTo>
                  <a:pt x="208718" y="702873"/>
                </a:lnTo>
                <a:lnTo>
                  <a:pt x="241248" y="675494"/>
                </a:lnTo>
                <a:lnTo>
                  <a:pt x="275493" y="651235"/>
                </a:lnTo>
                <a:lnTo>
                  <a:pt x="311321" y="630261"/>
                </a:lnTo>
                <a:lnTo>
                  <a:pt x="348601" y="612735"/>
                </a:lnTo>
                <a:lnTo>
                  <a:pt x="387201" y="598819"/>
                </a:lnTo>
                <a:lnTo>
                  <a:pt x="426989" y="588677"/>
                </a:lnTo>
                <a:lnTo>
                  <a:pt x="467835" y="582472"/>
                </a:lnTo>
                <a:lnTo>
                  <a:pt x="509605" y="580368"/>
                </a:lnTo>
                <a:lnTo>
                  <a:pt x="551376" y="582472"/>
                </a:lnTo>
                <a:lnTo>
                  <a:pt x="592222" y="588677"/>
                </a:lnTo>
                <a:lnTo>
                  <a:pt x="632010" y="598819"/>
                </a:lnTo>
                <a:lnTo>
                  <a:pt x="670610" y="612735"/>
                </a:lnTo>
                <a:lnTo>
                  <a:pt x="707890" y="630261"/>
                </a:lnTo>
                <a:lnTo>
                  <a:pt x="743718" y="651235"/>
                </a:lnTo>
                <a:lnTo>
                  <a:pt x="777963" y="675494"/>
                </a:lnTo>
                <a:lnTo>
                  <a:pt x="810493" y="702873"/>
                </a:lnTo>
                <a:lnTo>
                  <a:pt x="841177" y="733210"/>
                </a:lnTo>
                <a:lnTo>
                  <a:pt x="869883" y="766341"/>
                </a:lnTo>
                <a:lnTo>
                  <a:pt x="896479" y="802104"/>
                </a:lnTo>
                <a:lnTo>
                  <a:pt x="920834" y="840334"/>
                </a:lnTo>
                <a:lnTo>
                  <a:pt x="942817" y="880870"/>
                </a:lnTo>
                <a:lnTo>
                  <a:pt x="962295" y="923547"/>
                </a:lnTo>
                <a:lnTo>
                  <a:pt x="979138" y="968202"/>
                </a:lnTo>
                <a:lnTo>
                  <a:pt x="993214" y="1014673"/>
                </a:lnTo>
                <a:lnTo>
                  <a:pt x="1004390" y="1062796"/>
                </a:lnTo>
                <a:lnTo>
                  <a:pt x="1012537" y="1112407"/>
                </a:lnTo>
                <a:lnTo>
                  <a:pt x="1017521" y="1163343"/>
                </a:lnTo>
                <a:lnTo>
                  <a:pt x="1019211" y="1215442"/>
                </a:lnTo>
                <a:lnTo>
                  <a:pt x="1013682" y="1230086"/>
                </a:lnTo>
                <a:lnTo>
                  <a:pt x="971818" y="1257247"/>
                </a:lnTo>
                <a:lnTo>
                  <a:pt x="894152" y="1280538"/>
                </a:lnTo>
                <a:lnTo>
                  <a:pt x="843870" y="1290343"/>
                </a:lnTo>
                <a:lnTo>
                  <a:pt x="787010" y="1298714"/>
                </a:lnTo>
                <a:lnTo>
                  <a:pt x="724363" y="1305495"/>
                </a:lnTo>
                <a:lnTo>
                  <a:pt x="656719" y="1310531"/>
                </a:lnTo>
                <a:lnTo>
                  <a:pt x="584870" y="1313667"/>
                </a:lnTo>
                <a:lnTo>
                  <a:pt x="509605" y="1314747"/>
                </a:lnTo>
                <a:close/>
              </a:path>
              <a:path w="1019809" h="1315085">
                <a:moveTo>
                  <a:pt x="509605" y="555393"/>
                </a:moveTo>
                <a:lnTo>
                  <a:pt x="459676" y="550920"/>
                </a:lnTo>
                <a:lnTo>
                  <a:pt x="412688" y="538025"/>
                </a:lnTo>
                <a:lnTo>
                  <a:pt x="369425" y="517490"/>
                </a:lnTo>
                <a:lnTo>
                  <a:pt x="330669" y="490098"/>
                </a:lnTo>
                <a:lnTo>
                  <a:pt x="297203" y="456633"/>
                </a:lnTo>
                <a:lnTo>
                  <a:pt x="269812" y="417877"/>
                </a:lnTo>
                <a:lnTo>
                  <a:pt x="249277" y="374613"/>
                </a:lnTo>
                <a:lnTo>
                  <a:pt x="236381" y="327625"/>
                </a:lnTo>
                <a:lnTo>
                  <a:pt x="231909" y="277696"/>
                </a:lnTo>
                <a:lnTo>
                  <a:pt x="236381" y="227767"/>
                </a:lnTo>
                <a:lnTo>
                  <a:pt x="249277" y="180779"/>
                </a:lnTo>
                <a:lnTo>
                  <a:pt x="269812" y="137515"/>
                </a:lnTo>
                <a:lnTo>
                  <a:pt x="297203" y="98759"/>
                </a:lnTo>
                <a:lnTo>
                  <a:pt x="330669" y="65294"/>
                </a:lnTo>
                <a:lnTo>
                  <a:pt x="369425" y="37902"/>
                </a:lnTo>
                <a:lnTo>
                  <a:pt x="412688" y="17367"/>
                </a:lnTo>
                <a:lnTo>
                  <a:pt x="459676" y="4472"/>
                </a:lnTo>
                <a:lnTo>
                  <a:pt x="509605" y="0"/>
                </a:lnTo>
                <a:lnTo>
                  <a:pt x="559535" y="4472"/>
                </a:lnTo>
                <a:lnTo>
                  <a:pt x="606523" y="17367"/>
                </a:lnTo>
                <a:lnTo>
                  <a:pt x="649786" y="37902"/>
                </a:lnTo>
                <a:lnTo>
                  <a:pt x="688542" y="65294"/>
                </a:lnTo>
                <a:lnTo>
                  <a:pt x="722008" y="98759"/>
                </a:lnTo>
                <a:lnTo>
                  <a:pt x="749399" y="137515"/>
                </a:lnTo>
                <a:lnTo>
                  <a:pt x="769934" y="180779"/>
                </a:lnTo>
                <a:lnTo>
                  <a:pt x="782830" y="227767"/>
                </a:lnTo>
                <a:lnTo>
                  <a:pt x="787302" y="277696"/>
                </a:lnTo>
                <a:lnTo>
                  <a:pt x="782830" y="327625"/>
                </a:lnTo>
                <a:lnTo>
                  <a:pt x="769934" y="374613"/>
                </a:lnTo>
                <a:lnTo>
                  <a:pt x="749399" y="417877"/>
                </a:lnTo>
                <a:lnTo>
                  <a:pt x="722008" y="456633"/>
                </a:lnTo>
                <a:lnTo>
                  <a:pt x="688542" y="490098"/>
                </a:lnTo>
                <a:lnTo>
                  <a:pt x="649786" y="517490"/>
                </a:lnTo>
                <a:lnTo>
                  <a:pt x="606523" y="538025"/>
                </a:lnTo>
                <a:lnTo>
                  <a:pt x="559535" y="550920"/>
                </a:lnTo>
                <a:lnTo>
                  <a:pt x="509605" y="555393"/>
                </a:lnTo>
                <a:close/>
              </a:path>
            </a:pathLst>
          </a:custGeom>
          <a:solidFill>
            <a:srgbClr val="2862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231076" y="3490153"/>
            <a:ext cx="1019810" cy="1315085"/>
          </a:xfrm>
          <a:custGeom>
            <a:avLst/>
            <a:gdLst/>
            <a:ahLst/>
            <a:cxnLst/>
            <a:rect l="l" t="t" r="r" b="b"/>
            <a:pathLst>
              <a:path w="1019809" h="1315085">
                <a:moveTo>
                  <a:pt x="509605" y="1314747"/>
                </a:moveTo>
                <a:lnTo>
                  <a:pt x="434341" y="1313667"/>
                </a:lnTo>
                <a:lnTo>
                  <a:pt x="362491" y="1310531"/>
                </a:lnTo>
                <a:lnTo>
                  <a:pt x="294848" y="1305495"/>
                </a:lnTo>
                <a:lnTo>
                  <a:pt x="232201" y="1298714"/>
                </a:lnTo>
                <a:lnTo>
                  <a:pt x="175341" y="1290343"/>
                </a:lnTo>
                <a:lnTo>
                  <a:pt x="125059" y="1280538"/>
                </a:lnTo>
                <a:lnTo>
                  <a:pt x="82146" y="1269454"/>
                </a:lnTo>
                <a:lnTo>
                  <a:pt x="21591" y="1244073"/>
                </a:lnTo>
                <a:lnTo>
                  <a:pt x="0" y="1215442"/>
                </a:lnTo>
                <a:lnTo>
                  <a:pt x="1690" y="1163343"/>
                </a:lnTo>
                <a:lnTo>
                  <a:pt x="6674" y="1112407"/>
                </a:lnTo>
                <a:lnTo>
                  <a:pt x="14821" y="1062796"/>
                </a:lnTo>
                <a:lnTo>
                  <a:pt x="25997" y="1014673"/>
                </a:lnTo>
                <a:lnTo>
                  <a:pt x="40073" y="968202"/>
                </a:lnTo>
                <a:lnTo>
                  <a:pt x="56915" y="923547"/>
                </a:lnTo>
                <a:lnTo>
                  <a:pt x="76394" y="880870"/>
                </a:lnTo>
                <a:lnTo>
                  <a:pt x="98377" y="840334"/>
                </a:lnTo>
                <a:lnTo>
                  <a:pt x="122732" y="802104"/>
                </a:lnTo>
                <a:lnTo>
                  <a:pt x="149328" y="766341"/>
                </a:lnTo>
                <a:lnTo>
                  <a:pt x="178034" y="733210"/>
                </a:lnTo>
                <a:lnTo>
                  <a:pt x="208718" y="702873"/>
                </a:lnTo>
                <a:lnTo>
                  <a:pt x="241248" y="675494"/>
                </a:lnTo>
                <a:lnTo>
                  <a:pt x="275493" y="651235"/>
                </a:lnTo>
                <a:lnTo>
                  <a:pt x="311321" y="630261"/>
                </a:lnTo>
                <a:lnTo>
                  <a:pt x="348601" y="612735"/>
                </a:lnTo>
                <a:lnTo>
                  <a:pt x="387201" y="598819"/>
                </a:lnTo>
                <a:lnTo>
                  <a:pt x="426989" y="588677"/>
                </a:lnTo>
                <a:lnTo>
                  <a:pt x="467835" y="582472"/>
                </a:lnTo>
                <a:lnTo>
                  <a:pt x="509605" y="580368"/>
                </a:lnTo>
                <a:lnTo>
                  <a:pt x="551376" y="582472"/>
                </a:lnTo>
                <a:lnTo>
                  <a:pt x="592222" y="588677"/>
                </a:lnTo>
                <a:lnTo>
                  <a:pt x="632010" y="598819"/>
                </a:lnTo>
                <a:lnTo>
                  <a:pt x="670610" y="612735"/>
                </a:lnTo>
                <a:lnTo>
                  <a:pt x="707890" y="630261"/>
                </a:lnTo>
                <a:lnTo>
                  <a:pt x="743718" y="651235"/>
                </a:lnTo>
                <a:lnTo>
                  <a:pt x="777963" y="675494"/>
                </a:lnTo>
                <a:lnTo>
                  <a:pt x="810493" y="702873"/>
                </a:lnTo>
                <a:lnTo>
                  <a:pt x="841177" y="733210"/>
                </a:lnTo>
                <a:lnTo>
                  <a:pt x="869883" y="766341"/>
                </a:lnTo>
                <a:lnTo>
                  <a:pt x="896479" y="802104"/>
                </a:lnTo>
                <a:lnTo>
                  <a:pt x="920834" y="840334"/>
                </a:lnTo>
                <a:lnTo>
                  <a:pt x="942817" y="880870"/>
                </a:lnTo>
                <a:lnTo>
                  <a:pt x="962295" y="923547"/>
                </a:lnTo>
                <a:lnTo>
                  <a:pt x="979138" y="968202"/>
                </a:lnTo>
                <a:lnTo>
                  <a:pt x="993214" y="1014673"/>
                </a:lnTo>
                <a:lnTo>
                  <a:pt x="1004390" y="1062796"/>
                </a:lnTo>
                <a:lnTo>
                  <a:pt x="1012537" y="1112407"/>
                </a:lnTo>
                <a:lnTo>
                  <a:pt x="1017521" y="1163343"/>
                </a:lnTo>
                <a:lnTo>
                  <a:pt x="1019211" y="1215442"/>
                </a:lnTo>
                <a:lnTo>
                  <a:pt x="1013682" y="1230086"/>
                </a:lnTo>
                <a:lnTo>
                  <a:pt x="971818" y="1257247"/>
                </a:lnTo>
                <a:lnTo>
                  <a:pt x="894152" y="1280538"/>
                </a:lnTo>
                <a:lnTo>
                  <a:pt x="843870" y="1290343"/>
                </a:lnTo>
                <a:lnTo>
                  <a:pt x="787010" y="1298714"/>
                </a:lnTo>
                <a:lnTo>
                  <a:pt x="724363" y="1305495"/>
                </a:lnTo>
                <a:lnTo>
                  <a:pt x="656719" y="1310531"/>
                </a:lnTo>
                <a:lnTo>
                  <a:pt x="584870" y="1313667"/>
                </a:lnTo>
                <a:lnTo>
                  <a:pt x="509605" y="1314747"/>
                </a:lnTo>
                <a:close/>
              </a:path>
              <a:path w="1019809" h="1315085">
                <a:moveTo>
                  <a:pt x="509605" y="555393"/>
                </a:moveTo>
                <a:lnTo>
                  <a:pt x="459676" y="550920"/>
                </a:lnTo>
                <a:lnTo>
                  <a:pt x="412688" y="538025"/>
                </a:lnTo>
                <a:lnTo>
                  <a:pt x="369425" y="517490"/>
                </a:lnTo>
                <a:lnTo>
                  <a:pt x="330669" y="490098"/>
                </a:lnTo>
                <a:lnTo>
                  <a:pt x="297203" y="456633"/>
                </a:lnTo>
                <a:lnTo>
                  <a:pt x="269812" y="417877"/>
                </a:lnTo>
                <a:lnTo>
                  <a:pt x="249277" y="374613"/>
                </a:lnTo>
                <a:lnTo>
                  <a:pt x="236381" y="327625"/>
                </a:lnTo>
                <a:lnTo>
                  <a:pt x="231909" y="277696"/>
                </a:lnTo>
                <a:lnTo>
                  <a:pt x="236381" y="227767"/>
                </a:lnTo>
                <a:lnTo>
                  <a:pt x="249277" y="180779"/>
                </a:lnTo>
                <a:lnTo>
                  <a:pt x="269812" y="137515"/>
                </a:lnTo>
                <a:lnTo>
                  <a:pt x="297203" y="98759"/>
                </a:lnTo>
                <a:lnTo>
                  <a:pt x="330669" y="65294"/>
                </a:lnTo>
                <a:lnTo>
                  <a:pt x="369425" y="37902"/>
                </a:lnTo>
                <a:lnTo>
                  <a:pt x="412688" y="17367"/>
                </a:lnTo>
                <a:lnTo>
                  <a:pt x="459676" y="4472"/>
                </a:lnTo>
                <a:lnTo>
                  <a:pt x="509605" y="0"/>
                </a:lnTo>
                <a:lnTo>
                  <a:pt x="559535" y="4472"/>
                </a:lnTo>
                <a:lnTo>
                  <a:pt x="606523" y="17367"/>
                </a:lnTo>
                <a:lnTo>
                  <a:pt x="649786" y="37902"/>
                </a:lnTo>
                <a:lnTo>
                  <a:pt x="688542" y="65294"/>
                </a:lnTo>
                <a:lnTo>
                  <a:pt x="722008" y="98759"/>
                </a:lnTo>
                <a:lnTo>
                  <a:pt x="749399" y="137515"/>
                </a:lnTo>
                <a:lnTo>
                  <a:pt x="769934" y="180779"/>
                </a:lnTo>
                <a:lnTo>
                  <a:pt x="782830" y="227767"/>
                </a:lnTo>
                <a:lnTo>
                  <a:pt x="787302" y="277696"/>
                </a:lnTo>
                <a:lnTo>
                  <a:pt x="782830" y="327625"/>
                </a:lnTo>
                <a:lnTo>
                  <a:pt x="769934" y="374613"/>
                </a:lnTo>
                <a:lnTo>
                  <a:pt x="749399" y="417877"/>
                </a:lnTo>
                <a:lnTo>
                  <a:pt x="722008" y="456633"/>
                </a:lnTo>
                <a:lnTo>
                  <a:pt x="688542" y="490098"/>
                </a:lnTo>
                <a:lnTo>
                  <a:pt x="649786" y="517490"/>
                </a:lnTo>
                <a:lnTo>
                  <a:pt x="606523" y="538025"/>
                </a:lnTo>
                <a:lnTo>
                  <a:pt x="559535" y="550920"/>
                </a:lnTo>
                <a:lnTo>
                  <a:pt x="509605" y="555393"/>
                </a:lnTo>
                <a:close/>
              </a:path>
            </a:pathLst>
          </a:custGeom>
          <a:solidFill>
            <a:srgbClr val="498CC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2710750" y="3490153"/>
            <a:ext cx="1019810" cy="1315085"/>
          </a:xfrm>
          <a:custGeom>
            <a:avLst/>
            <a:gdLst/>
            <a:ahLst/>
            <a:cxnLst/>
            <a:rect l="l" t="t" r="r" b="b"/>
            <a:pathLst>
              <a:path w="1019809" h="1315085">
                <a:moveTo>
                  <a:pt x="509605" y="1314747"/>
                </a:moveTo>
                <a:lnTo>
                  <a:pt x="434341" y="1313667"/>
                </a:lnTo>
                <a:lnTo>
                  <a:pt x="362491" y="1310531"/>
                </a:lnTo>
                <a:lnTo>
                  <a:pt x="294848" y="1305495"/>
                </a:lnTo>
                <a:lnTo>
                  <a:pt x="232201" y="1298714"/>
                </a:lnTo>
                <a:lnTo>
                  <a:pt x="175341" y="1290343"/>
                </a:lnTo>
                <a:lnTo>
                  <a:pt x="125059" y="1280538"/>
                </a:lnTo>
                <a:lnTo>
                  <a:pt x="82146" y="1269454"/>
                </a:lnTo>
                <a:lnTo>
                  <a:pt x="21591" y="1244073"/>
                </a:lnTo>
                <a:lnTo>
                  <a:pt x="0" y="1215442"/>
                </a:lnTo>
                <a:lnTo>
                  <a:pt x="1690" y="1163343"/>
                </a:lnTo>
                <a:lnTo>
                  <a:pt x="6674" y="1112407"/>
                </a:lnTo>
                <a:lnTo>
                  <a:pt x="14821" y="1062796"/>
                </a:lnTo>
                <a:lnTo>
                  <a:pt x="25997" y="1014673"/>
                </a:lnTo>
                <a:lnTo>
                  <a:pt x="40073" y="968202"/>
                </a:lnTo>
                <a:lnTo>
                  <a:pt x="56915" y="923547"/>
                </a:lnTo>
                <a:lnTo>
                  <a:pt x="76394" y="880870"/>
                </a:lnTo>
                <a:lnTo>
                  <a:pt x="98377" y="840334"/>
                </a:lnTo>
                <a:lnTo>
                  <a:pt x="122732" y="802104"/>
                </a:lnTo>
                <a:lnTo>
                  <a:pt x="149328" y="766341"/>
                </a:lnTo>
                <a:lnTo>
                  <a:pt x="178034" y="733210"/>
                </a:lnTo>
                <a:lnTo>
                  <a:pt x="208718" y="702873"/>
                </a:lnTo>
                <a:lnTo>
                  <a:pt x="241248" y="675494"/>
                </a:lnTo>
                <a:lnTo>
                  <a:pt x="275493" y="651235"/>
                </a:lnTo>
                <a:lnTo>
                  <a:pt x="311321" y="630261"/>
                </a:lnTo>
                <a:lnTo>
                  <a:pt x="348601" y="612735"/>
                </a:lnTo>
                <a:lnTo>
                  <a:pt x="387201" y="598819"/>
                </a:lnTo>
                <a:lnTo>
                  <a:pt x="426989" y="588677"/>
                </a:lnTo>
                <a:lnTo>
                  <a:pt x="467835" y="582472"/>
                </a:lnTo>
                <a:lnTo>
                  <a:pt x="509605" y="580368"/>
                </a:lnTo>
                <a:lnTo>
                  <a:pt x="551376" y="582472"/>
                </a:lnTo>
                <a:lnTo>
                  <a:pt x="592222" y="588677"/>
                </a:lnTo>
                <a:lnTo>
                  <a:pt x="632010" y="598819"/>
                </a:lnTo>
                <a:lnTo>
                  <a:pt x="670610" y="612735"/>
                </a:lnTo>
                <a:lnTo>
                  <a:pt x="707890" y="630261"/>
                </a:lnTo>
                <a:lnTo>
                  <a:pt x="743718" y="651235"/>
                </a:lnTo>
                <a:lnTo>
                  <a:pt x="777963" y="675494"/>
                </a:lnTo>
                <a:lnTo>
                  <a:pt x="810493" y="702873"/>
                </a:lnTo>
                <a:lnTo>
                  <a:pt x="841177" y="733210"/>
                </a:lnTo>
                <a:lnTo>
                  <a:pt x="869883" y="766341"/>
                </a:lnTo>
                <a:lnTo>
                  <a:pt x="896479" y="802104"/>
                </a:lnTo>
                <a:lnTo>
                  <a:pt x="920834" y="840334"/>
                </a:lnTo>
                <a:lnTo>
                  <a:pt x="942817" y="880870"/>
                </a:lnTo>
                <a:lnTo>
                  <a:pt x="962295" y="923547"/>
                </a:lnTo>
                <a:lnTo>
                  <a:pt x="979138" y="968202"/>
                </a:lnTo>
                <a:lnTo>
                  <a:pt x="993214" y="1014673"/>
                </a:lnTo>
                <a:lnTo>
                  <a:pt x="1004390" y="1062796"/>
                </a:lnTo>
                <a:lnTo>
                  <a:pt x="1012537" y="1112407"/>
                </a:lnTo>
                <a:lnTo>
                  <a:pt x="1017521" y="1163343"/>
                </a:lnTo>
                <a:lnTo>
                  <a:pt x="1019211" y="1215442"/>
                </a:lnTo>
                <a:lnTo>
                  <a:pt x="1013682" y="1230086"/>
                </a:lnTo>
                <a:lnTo>
                  <a:pt x="971818" y="1257247"/>
                </a:lnTo>
                <a:lnTo>
                  <a:pt x="894152" y="1280538"/>
                </a:lnTo>
                <a:lnTo>
                  <a:pt x="843870" y="1290343"/>
                </a:lnTo>
                <a:lnTo>
                  <a:pt x="787010" y="1298714"/>
                </a:lnTo>
                <a:lnTo>
                  <a:pt x="724363" y="1305495"/>
                </a:lnTo>
                <a:lnTo>
                  <a:pt x="656719" y="1310531"/>
                </a:lnTo>
                <a:lnTo>
                  <a:pt x="584870" y="1313667"/>
                </a:lnTo>
                <a:lnTo>
                  <a:pt x="509605" y="1314747"/>
                </a:lnTo>
                <a:close/>
              </a:path>
              <a:path w="1019809" h="1315085">
                <a:moveTo>
                  <a:pt x="509605" y="555393"/>
                </a:moveTo>
                <a:lnTo>
                  <a:pt x="459676" y="550920"/>
                </a:lnTo>
                <a:lnTo>
                  <a:pt x="412688" y="538025"/>
                </a:lnTo>
                <a:lnTo>
                  <a:pt x="369425" y="517490"/>
                </a:lnTo>
                <a:lnTo>
                  <a:pt x="330669" y="490098"/>
                </a:lnTo>
                <a:lnTo>
                  <a:pt x="297203" y="456633"/>
                </a:lnTo>
                <a:lnTo>
                  <a:pt x="269812" y="417877"/>
                </a:lnTo>
                <a:lnTo>
                  <a:pt x="249277" y="374613"/>
                </a:lnTo>
                <a:lnTo>
                  <a:pt x="236381" y="327625"/>
                </a:lnTo>
                <a:lnTo>
                  <a:pt x="231909" y="277696"/>
                </a:lnTo>
                <a:lnTo>
                  <a:pt x="236381" y="227767"/>
                </a:lnTo>
                <a:lnTo>
                  <a:pt x="249277" y="180779"/>
                </a:lnTo>
                <a:lnTo>
                  <a:pt x="269812" y="137515"/>
                </a:lnTo>
                <a:lnTo>
                  <a:pt x="297203" y="98759"/>
                </a:lnTo>
                <a:lnTo>
                  <a:pt x="330669" y="65294"/>
                </a:lnTo>
                <a:lnTo>
                  <a:pt x="369425" y="37902"/>
                </a:lnTo>
                <a:lnTo>
                  <a:pt x="412688" y="17367"/>
                </a:lnTo>
                <a:lnTo>
                  <a:pt x="459676" y="4472"/>
                </a:lnTo>
                <a:lnTo>
                  <a:pt x="509605" y="0"/>
                </a:lnTo>
                <a:lnTo>
                  <a:pt x="559535" y="4472"/>
                </a:lnTo>
                <a:lnTo>
                  <a:pt x="606523" y="17367"/>
                </a:lnTo>
                <a:lnTo>
                  <a:pt x="649786" y="37902"/>
                </a:lnTo>
                <a:lnTo>
                  <a:pt x="688542" y="65294"/>
                </a:lnTo>
                <a:lnTo>
                  <a:pt x="722008" y="98759"/>
                </a:lnTo>
                <a:lnTo>
                  <a:pt x="749399" y="137515"/>
                </a:lnTo>
                <a:lnTo>
                  <a:pt x="769934" y="180779"/>
                </a:lnTo>
                <a:lnTo>
                  <a:pt x="782830" y="227767"/>
                </a:lnTo>
                <a:lnTo>
                  <a:pt x="787302" y="277696"/>
                </a:lnTo>
                <a:lnTo>
                  <a:pt x="782830" y="327625"/>
                </a:lnTo>
                <a:lnTo>
                  <a:pt x="769934" y="374613"/>
                </a:lnTo>
                <a:lnTo>
                  <a:pt x="749399" y="417877"/>
                </a:lnTo>
                <a:lnTo>
                  <a:pt x="722008" y="456633"/>
                </a:lnTo>
                <a:lnTo>
                  <a:pt x="688542" y="490098"/>
                </a:lnTo>
                <a:lnTo>
                  <a:pt x="649786" y="517490"/>
                </a:lnTo>
                <a:lnTo>
                  <a:pt x="606523" y="538025"/>
                </a:lnTo>
                <a:lnTo>
                  <a:pt x="559535" y="550920"/>
                </a:lnTo>
                <a:lnTo>
                  <a:pt x="509605" y="555393"/>
                </a:lnTo>
                <a:close/>
              </a:path>
            </a:pathLst>
          </a:custGeom>
          <a:solidFill>
            <a:srgbClr val="6BA7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466432" y="5008804"/>
            <a:ext cx="2451100" cy="3708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b="1">
                <a:solidFill>
                  <a:srgbClr val="1B3B6B"/>
                </a:solidFill>
                <a:latin typeface="Montserrat"/>
                <a:cs typeface="Montserrat"/>
              </a:rPr>
              <a:t>Emilia</a:t>
            </a:r>
            <a:r>
              <a:rPr dirty="0" sz="2250" spc="145" b="1">
                <a:solidFill>
                  <a:srgbClr val="1B3B6B"/>
                </a:solidFill>
                <a:latin typeface="Montserrat"/>
                <a:cs typeface="Montserrat"/>
              </a:rPr>
              <a:t> </a:t>
            </a:r>
            <a:r>
              <a:rPr dirty="0" sz="2250" spc="-10" b="1">
                <a:solidFill>
                  <a:srgbClr val="1B3B6B"/>
                </a:solidFill>
                <a:latin typeface="Montserrat"/>
                <a:cs typeface="Montserrat"/>
              </a:rPr>
              <a:t>Guajardo</a:t>
            </a:r>
            <a:endParaRPr sz="2250">
              <a:latin typeface="Montserrat"/>
              <a:cs typeface="Montserra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1256" y="5008804"/>
            <a:ext cx="2610485" cy="3708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b="1">
                <a:solidFill>
                  <a:srgbClr val="1B3B6B"/>
                </a:solidFill>
                <a:latin typeface="Montserrat"/>
                <a:cs typeface="Montserrat"/>
              </a:rPr>
              <a:t>Benjamín</a:t>
            </a:r>
            <a:r>
              <a:rPr dirty="0" sz="2250" spc="190" b="1">
                <a:solidFill>
                  <a:srgbClr val="1B3B6B"/>
                </a:solidFill>
                <a:latin typeface="Montserrat"/>
                <a:cs typeface="Montserrat"/>
              </a:rPr>
              <a:t> </a:t>
            </a:r>
            <a:r>
              <a:rPr dirty="0" sz="2250" spc="-20" b="1">
                <a:solidFill>
                  <a:srgbClr val="1B3B6B"/>
                </a:solidFill>
                <a:latin typeface="Montserrat"/>
                <a:cs typeface="Montserrat"/>
              </a:rPr>
              <a:t>Muñoz</a:t>
            </a:r>
            <a:endParaRPr sz="2250">
              <a:latin typeface="Montserrat"/>
              <a:cs typeface="Montserra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52623" y="5003462"/>
            <a:ext cx="1901825" cy="3708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b="1">
                <a:solidFill>
                  <a:srgbClr val="1B3B6B"/>
                </a:solidFill>
                <a:latin typeface="Montserrat"/>
                <a:cs typeface="Montserrat"/>
              </a:rPr>
              <a:t>Ariel</a:t>
            </a:r>
            <a:r>
              <a:rPr dirty="0" sz="2250" spc="125" b="1">
                <a:solidFill>
                  <a:srgbClr val="1B3B6B"/>
                </a:solidFill>
                <a:latin typeface="Montserrat"/>
                <a:cs typeface="Montserrat"/>
              </a:rPr>
              <a:t> </a:t>
            </a:r>
            <a:r>
              <a:rPr dirty="0" sz="2250" spc="-10" b="1">
                <a:solidFill>
                  <a:srgbClr val="1B3B6B"/>
                </a:solidFill>
                <a:latin typeface="Montserrat"/>
                <a:cs typeface="Montserrat"/>
              </a:rPr>
              <a:t>Salinas</a:t>
            </a:r>
            <a:endParaRPr sz="2250">
              <a:latin typeface="Montserrat"/>
              <a:cs typeface="Montserra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27070" y="5006808"/>
            <a:ext cx="1980564" cy="3708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b="1">
                <a:solidFill>
                  <a:srgbClr val="1B3B6B"/>
                </a:solidFill>
                <a:latin typeface="Montserrat"/>
                <a:cs typeface="Montserrat"/>
              </a:rPr>
              <a:t>Jesús</a:t>
            </a:r>
            <a:r>
              <a:rPr dirty="0" sz="2250" spc="125" b="1">
                <a:solidFill>
                  <a:srgbClr val="1B3B6B"/>
                </a:solidFill>
                <a:latin typeface="Montserrat"/>
                <a:cs typeface="Montserrat"/>
              </a:rPr>
              <a:t> </a:t>
            </a:r>
            <a:r>
              <a:rPr dirty="0" sz="2250" spc="-10" b="1">
                <a:solidFill>
                  <a:srgbClr val="1B3B6B"/>
                </a:solidFill>
                <a:latin typeface="Montserrat"/>
                <a:cs typeface="Montserrat"/>
              </a:rPr>
              <a:t>Ferrari</a:t>
            </a:r>
            <a:endParaRPr sz="2250">
              <a:latin typeface="Montserrat"/>
              <a:cs typeface="Montserra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6914987" y="0"/>
            <a:ext cx="67945" cy="5874385"/>
          </a:xfrm>
          <a:custGeom>
            <a:avLst/>
            <a:gdLst/>
            <a:ahLst/>
            <a:cxnLst/>
            <a:rect l="l" t="t" r="r" b="b"/>
            <a:pathLst>
              <a:path w="67944" h="5874385">
                <a:moveTo>
                  <a:pt x="67530" y="0"/>
                </a:moveTo>
                <a:lnTo>
                  <a:pt x="67530" y="5840360"/>
                </a:lnTo>
                <a:lnTo>
                  <a:pt x="33766" y="5874125"/>
                </a:lnTo>
                <a:lnTo>
                  <a:pt x="20622" y="5871472"/>
                </a:lnTo>
                <a:lnTo>
                  <a:pt x="9890" y="5864236"/>
                </a:lnTo>
                <a:lnTo>
                  <a:pt x="2653" y="5853503"/>
                </a:lnTo>
                <a:lnTo>
                  <a:pt x="0" y="5840360"/>
                </a:lnTo>
                <a:lnTo>
                  <a:pt x="0" y="0"/>
                </a:lnTo>
                <a:lnTo>
                  <a:pt x="67530" y="0"/>
                </a:lnTo>
                <a:close/>
              </a:path>
            </a:pathLst>
          </a:custGeom>
          <a:solidFill>
            <a:srgbClr val="5D9C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80707" y="5618813"/>
            <a:ext cx="3255010" cy="3636645"/>
          </a:xfrm>
          <a:prstGeom prst="rect">
            <a:avLst/>
          </a:prstGeom>
          <a:solidFill>
            <a:srgbClr val="253366"/>
          </a:solidFill>
        </p:spPr>
        <p:txBody>
          <a:bodyPr wrap="square" lIns="0" tIns="2451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30"/>
              </a:spcBef>
            </a:pPr>
            <a:endParaRPr sz="2100">
              <a:latin typeface="Times New Roman"/>
              <a:cs typeface="Times New Roman"/>
            </a:endParaRPr>
          </a:p>
          <a:p>
            <a:pPr algn="ctr" marL="413384" marR="368935">
              <a:lnSpc>
                <a:spcPct val="101299"/>
              </a:lnSpc>
            </a:pP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Jefa</a:t>
            </a:r>
            <a:r>
              <a:rPr dirty="0" sz="2100" spc="19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de</a:t>
            </a:r>
            <a:r>
              <a:rPr dirty="0" sz="2100" spc="19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Proyecto</a:t>
            </a:r>
            <a:r>
              <a:rPr dirty="0" sz="2100" spc="19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50">
                <a:solidFill>
                  <a:srgbClr val="FFFFFF"/>
                </a:solidFill>
                <a:latin typeface="Montserrat"/>
                <a:cs typeface="Montserrat"/>
              </a:rPr>
              <a:t>/ </a:t>
            </a:r>
            <a:r>
              <a:rPr dirty="0" sz="2100" spc="-10">
                <a:solidFill>
                  <a:srgbClr val="FFFFFF"/>
                </a:solidFill>
                <a:latin typeface="Montserrat"/>
                <a:cs typeface="Montserrat"/>
              </a:rPr>
              <a:t>Diseñadora</a:t>
            </a:r>
            <a:endParaRPr sz="2100">
              <a:latin typeface="Montserrat"/>
              <a:cs typeface="Montserrat"/>
            </a:endParaRPr>
          </a:p>
          <a:p>
            <a:pPr algn="ctr" marL="252729" marR="208279">
              <a:lnSpc>
                <a:spcPct val="101299"/>
              </a:lnSpc>
              <a:spcBef>
                <a:spcPts val="2555"/>
              </a:spcBef>
            </a:pPr>
            <a:r>
              <a:rPr dirty="0" sz="2100" spc="-10">
                <a:solidFill>
                  <a:srgbClr val="FFFFFF"/>
                </a:solidFill>
                <a:latin typeface="Montserrat"/>
                <a:cs typeface="Montserrat"/>
              </a:rPr>
              <a:t>Planificación,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coordinación</a:t>
            </a:r>
            <a:r>
              <a:rPr dirty="0" sz="2100" spc="42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Montserrat"/>
                <a:cs typeface="Montserrat"/>
              </a:rPr>
              <a:t>del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equipo,</a:t>
            </a:r>
            <a:r>
              <a:rPr dirty="0" sz="2100" spc="26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control</a:t>
            </a:r>
            <a:r>
              <a:rPr dirty="0" sz="2100" spc="26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Montserrat"/>
                <a:cs typeface="Montserrat"/>
              </a:rPr>
              <a:t>de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entregables</a:t>
            </a:r>
            <a:r>
              <a:rPr dirty="0" sz="2100" spc="42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50">
                <a:solidFill>
                  <a:srgbClr val="FFFFFF"/>
                </a:solidFill>
                <a:latin typeface="Montserrat"/>
                <a:cs typeface="Montserrat"/>
              </a:rPr>
              <a:t>y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diseño</a:t>
            </a:r>
            <a:r>
              <a:rPr dirty="0" sz="2100" spc="17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de</a:t>
            </a:r>
            <a:r>
              <a:rPr dirty="0" sz="2100" spc="17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Montserrat"/>
                <a:cs typeface="Montserrat"/>
              </a:rPr>
              <a:t>interfaces</a:t>
            </a:r>
            <a:endParaRPr sz="2100">
              <a:latin typeface="Montserrat"/>
              <a:cs typeface="Montserra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96417" y="5618813"/>
            <a:ext cx="3255010" cy="3636645"/>
          </a:xfrm>
          <a:prstGeom prst="rect">
            <a:avLst/>
          </a:prstGeom>
          <a:solidFill>
            <a:srgbClr val="286299"/>
          </a:solidFill>
        </p:spPr>
        <p:txBody>
          <a:bodyPr wrap="square" lIns="0" tIns="2451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30"/>
              </a:spcBef>
            </a:pPr>
            <a:endParaRPr sz="2100">
              <a:latin typeface="Times New Roman"/>
              <a:cs typeface="Times New Roman"/>
            </a:endParaRPr>
          </a:p>
          <a:p>
            <a:pPr algn="ctr" marL="414020" marR="406400">
              <a:lnSpc>
                <a:spcPct val="101299"/>
              </a:lnSpc>
            </a:pP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Administrador</a:t>
            </a:r>
            <a:r>
              <a:rPr dirty="0" sz="2100" spc="47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Montserrat"/>
                <a:cs typeface="Montserrat"/>
              </a:rPr>
              <a:t>de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Base</a:t>
            </a:r>
            <a:r>
              <a:rPr dirty="0" sz="2100" spc="14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de</a:t>
            </a:r>
            <a:r>
              <a:rPr dirty="0" sz="2100" spc="14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Montserrat"/>
                <a:cs typeface="Montserrat"/>
              </a:rPr>
              <a:t>Datos</a:t>
            </a:r>
            <a:endParaRPr sz="2100">
              <a:latin typeface="Montserrat"/>
              <a:cs typeface="Montserrat"/>
            </a:endParaRPr>
          </a:p>
          <a:p>
            <a:pPr algn="ctr" marL="366395" marR="358775">
              <a:lnSpc>
                <a:spcPct val="101299"/>
              </a:lnSpc>
              <a:spcBef>
                <a:spcPts val="2555"/>
              </a:spcBef>
            </a:pPr>
            <a:r>
              <a:rPr dirty="0" sz="2100" spc="-10">
                <a:solidFill>
                  <a:srgbClr val="FFFFFF"/>
                </a:solidFill>
                <a:latin typeface="Montserrat"/>
                <a:cs typeface="Montserrat"/>
              </a:rPr>
              <a:t>Diseño,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implementación</a:t>
            </a:r>
            <a:r>
              <a:rPr dirty="0" sz="2100" spc="-15">
                <a:solidFill>
                  <a:srgbClr val="FFFFFF"/>
                </a:solidFill>
                <a:latin typeface="Montserrat"/>
                <a:cs typeface="Montserrat"/>
              </a:rPr>
              <a:t>  </a:t>
            </a:r>
            <a:r>
              <a:rPr dirty="0" sz="2100" spc="-50">
                <a:solidFill>
                  <a:srgbClr val="FFFFFF"/>
                </a:solidFill>
                <a:latin typeface="Montserrat"/>
                <a:cs typeface="Montserrat"/>
              </a:rPr>
              <a:t>y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mantención</a:t>
            </a:r>
            <a:r>
              <a:rPr dirty="0" sz="2100" spc="24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de</a:t>
            </a:r>
            <a:r>
              <a:rPr dirty="0" sz="2100" spc="24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Montserrat"/>
                <a:cs typeface="Montserrat"/>
              </a:rPr>
              <a:t>la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base</a:t>
            </a:r>
            <a:r>
              <a:rPr dirty="0" sz="2100" spc="14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de</a:t>
            </a:r>
            <a:r>
              <a:rPr dirty="0" sz="2100" spc="14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Montserrat"/>
                <a:cs typeface="Montserrat"/>
              </a:rPr>
              <a:t>datos </a:t>
            </a:r>
            <a:r>
              <a:rPr dirty="0" sz="2100" spc="-10">
                <a:solidFill>
                  <a:srgbClr val="FFFFFF"/>
                </a:solidFill>
                <a:latin typeface="Montserrat"/>
                <a:cs typeface="Montserrat"/>
              </a:rPr>
              <a:t>MySQL.</a:t>
            </a:r>
            <a:endParaRPr sz="2100">
              <a:latin typeface="Montserrat"/>
              <a:cs typeface="Montserra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13373" y="5618813"/>
            <a:ext cx="3255010" cy="3636645"/>
          </a:xfrm>
          <a:prstGeom prst="rect">
            <a:avLst/>
          </a:prstGeom>
          <a:solidFill>
            <a:srgbClr val="498CCB"/>
          </a:solidFill>
        </p:spPr>
        <p:txBody>
          <a:bodyPr wrap="square" lIns="0" tIns="2451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930"/>
              </a:spcBef>
            </a:pPr>
            <a:endParaRPr sz="2100">
              <a:latin typeface="Times New Roman"/>
              <a:cs typeface="Times New Roman"/>
            </a:endParaRPr>
          </a:p>
          <a:p>
            <a:pPr algn="ctr" marL="670560" marR="711835" indent="-635">
              <a:lnSpc>
                <a:spcPct val="101299"/>
              </a:lnSpc>
            </a:pPr>
            <a:r>
              <a:rPr dirty="0" sz="2100" spc="-10">
                <a:solidFill>
                  <a:srgbClr val="FFFFFF"/>
                </a:solidFill>
                <a:latin typeface="Montserrat"/>
                <a:cs typeface="Montserrat"/>
              </a:rPr>
              <a:t>Analista Programador</a:t>
            </a:r>
            <a:endParaRPr sz="2100">
              <a:latin typeface="Montserrat"/>
              <a:cs typeface="Montserrat"/>
            </a:endParaRPr>
          </a:p>
          <a:p>
            <a:pPr algn="ctr" marL="189865" marR="231140" indent="-635">
              <a:lnSpc>
                <a:spcPct val="101299"/>
              </a:lnSpc>
              <a:spcBef>
                <a:spcPts val="2555"/>
              </a:spcBef>
            </a:pP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Análisis</a:t>
            </a:r>
            <a:r>
              <a:rPr dirty="0" sz="2100" spc="28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Montserrat"/>
                <a:cs typeface="Montserrat"/>
              </a:rPr>
              <a:t>de </a:t>
            </a:r>
            <a:r>
              <a:rPr dirty="0" sz="2100" spc="-10">
                <a:solidFill>
                  <a:srgbClr val="FFFFFF"/>
                </a:solidFill>
                <a:latin typeface="Montserrat"/>
                <a:cs typeface="Montserrat"/>
              </a:rPr>
              <a:t>requisitos,</a:t>
            </a:r>
            <a:r>
              <a:rPr dirty="0" sz="2100" spc="525">
                <a:solidFill>
                  <a:srgbClr val="FFFFFF"/>
                </a:solidFill>
                <a:latin typeface="Montserrat"/>
                <a:cs typeface="Montserrat"/>
              </a:rPr>
              <a:t> 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desarrollo</a:t>
            </a:r>
            <a:r>
              <a:rPr dirty="0" sz="2100" spc="37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Montserrat"/>
                <a:cs typeface="Montserrat"/>
              </a:rPr>
              <a:t>móvil,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backend,</a:t>
            </a:r>
            <a:r>
              <a:rPr dirty="0" sz="2100" spc="19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API</a:t>
            </a:r>
            <a:r>
              <a:rPr dirty="0" sz="2100" spc="20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REST</a:t>
            </a:r>
            <a:r>
              <a:rPr dirty="0" sz="2100" spc="20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50">
                <a:solidFill>
                  <a:srgbClr val="FFFFFF"/>
                </a:solidFill>
                <a:latin typeface="Montserrat"/>
                <a:cs typeface="Montserrat"/>
              </a:rPr>
              <a:t>y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apoyo</a:t>
            </a:r>
            <a:r>
              <a:rPr dirty="0" sz="2100" spc="19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Montserrat"/>
                <a:cs typeface="Montserrat"/>
              </a:rPr>
              <a:t>web.</a:t>
            </a:r>
            <a:endParaRPr sz="2100">
              <a:latin typeface="Montserrat"/>
              <a:cs typeface="Montserra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630330" y="5618813"/>
            <a:ext cx="3255010" cy="3636645"/>
          </a:xfrm>
          <a:prstGeom prst="rect">
            <a:avLst/>
          </a:prstGeom>
          <a:solidFill>
            <a:srgbClr val="6BA7DE"/>
          </a:solidFill>
        </p:spPr>
        <p:txBody>
          <a:bodyPr wrap="square" lIns="0" tIns="2355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855"/>
              </a:spcBef>
            </a:pPr>
            <a:endParaRPr sz="2100">
              <a:latin typeface="Times New Roman"/>
              <a:cs typeface="Times New Roman"/>
            </a:endParaRPr>
          </a:p>
          <a:p>
            <a:pPr algn="ctr" marL="11430">
              <a:lnSpc>
                <a:spcPct val="100000"/>
              </a:lnSpc>
            </a:pP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Calidad</a:t>
            </a:r>
            <a:r>
              <a:rPr dirty="0" sz="2100" spc="16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y</a:t>
            </a:r>
            <a:r>
              <a:rPr dirty="0" sz="2100" spc="16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Montserrat"/>
                <a:cs typeface="Montserrat"/>
              </a:rPr>
              <a:t>Testing</a:t>
            </a:r>
            <a:endParaRPr sz="2100">
              <a:latin typeface="Montserrat"/>
              <a:cs typeface="Montserrat"/>
            </a:endParaRPr>
          </a:p>
          <a:p>
            <a:pPr algn="ctr" marL="250190" marR="231140" indent="-635">
              <a:lnSpc>
                <a:spcPct val="100000"/>
              </a:lnSpc>
              <a:spcBef>
                <a:spcPts val="2510"/>
              </a:spcBef>
            </a:pP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Ejecución</a:t>
            </a:r>
            <a:r>
              <a:rPr dirty="0" sz="2100" spc="33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Montserrat"/>
                <a:cs typeface="Montserrat"/>
              </a:rPr>
              <a:t>de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pruebas,</a:t>
            </a:r>
            <a:r>
              <a:rPr dirty="0" sz="2100" spc="30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registro</a:t>
            </a:r>
            <a:r>
              <a:rPr dirty="0" sz="2100" spc="30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Montserrat"/>
                <a:cs typeface="Montserrat"/>
              </a:rPr>
              <a:t>de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defectos</a:t>
            </a:r>
            <a:r>
              <a:rPr dirty="0" sz="2100" spc="30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50">
                <a:solidFill>
                  <a:srgbClr val="FFFFFF"/>
                </a:solidFill>
                <a:latin typeface="Montserrat"/>
                <a:cs typeface="Montserrat"/>
              </a:rPr>
              <a:t>y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validación</a:t>
            </a:r>
            <a:r>
              <a:rPr dirty="0" sz="2100" spc="35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Montserrat"/>
                <a:cs typeface="Montserrat"/>
              </a:rPr>
              <a:t>de </a:t>
            </a:r>
            <a:r>
              <a:rPr dirty="0" sz="2100" spc="-10">
                <a:solidFill>
                  <a:srgbClr val="FFFFFF"/>
                </a:solidFill>
                <a:latin typeface="Montserrat"/>
                <a:cs typeface="Montserrat"/>
              </a:rPr>
              <a:t>requisitos.</a:t>
            </a:r>
            <a:endParaRPr sz="21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016000" y="910490"/>
            <a:ext cx="6262370" cy="1786889"/>
          </a:xfrm>
          <a:prstGeom prst="rect"/>
        </p:spPr>
        <p:txBody>
          <a:bodyPr wrap="square" lIns="0" tIns="175260" rIns="0" bIns="0" rtlCol="0" vert="horz">
            <a:spAutoFit/>
          </a:bodyPr>
          <a:lstStyle/>
          <a:p>
            <a:pPr marL="12700" marR="5080">
              <a:lnSpc>
                <a:spcPts val="6290"/>
              </a:lnSpc>
              <a:spcBef>
                <a:spcPts val="1380"/>
              </a:spcBef>
            </a:pPr>
            <a:r>
              <a:rPr dirty="0" sz="6300" spc="615">
                <a:solidFill>
                  <a:srgbClr val="1B3B6B"/>
                </a:solidFill>
              </a:rPr>
              <a:t>Descripción</a:t>
            </a:r>
            <a:r>
              <a:rPr dirty="0" sz="6300" spc="315">
                <a:solidFill>
                  <a:srgbClr val="1B3B6B"/>
                </a:solidFill>
              </a:rPr>
              <a:t> </a:t>
            </a:r>
            <a:r>
              <a:rPr dirty="0" sz="6300" spc="575">
                <a:solidFill>
                  <a:srgbClr val="1B3B6B"/>
                </a:solidFill>
              </a:rPr>
              <a:t>del </a:t>
            </a:r>
            <a:r>
              <a:rPr dirty="0" sz="6300" spc="690">
                <a:solidFill>
                  <a:srgbClr val="1B3B6B"/>
                </a:solidFill>
              </a:rPr>
              <a:t>Proyecto</a:t>
            </a:r>
            <a:endParaRPr sz="6300"/>
          </a:p>
        </p:txBody>
      </p:sp>
      <p:sp>
        <p:nvSpPr>
          <p:cNvPr id="2" name="object 2"/>
          <p:cNvSpPr/>
          <p:nvPr/>
        </p:nvSpPr>
        <p:spPr>
          <a:xfrm>
            <a:off x="2008414" y="3166207"/>
            <a:ext cx="6886575" cy="6096000"/>
          </a:xfrm>
          <a:custGeom>
            <a:avLst/>
            <a:gdLst/>
            <a:ahLst/>
            <a:cxnLst/>
            <a:rect l="l" t="t" r="r" b="b"/>
            <a:pathLst>
              <a:path w="6886575" h="6096000">
                <a:moveTo>
                  <a:pt x="6886574" y="6095999"/>
                </a:moveTo>
                <a:lnTo>
                  <a:pt x="0" y="6095999"/>
                </a:lnTo>
                <a:lnTo>
                  <a:pt x="0" y="0"/>
                </a:lnTo>
                <a:lnTo>
                  <a:pt x="6886574" y="0"/>
                </a:lnTo>
                <a:lnTo>
                  <a:pt x="6886574" y="6095999"/>
                </a:lnTo>
                <a:close/>
              </a:path>
            </a:pathLst>
          </a:custGeom>
          <a:solidFill>
            <a:srgbClr val="0A264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76671" y="3619141"/>
            <a:ext cx="643255" cy="643255"/>
          </a:xfrm>
          <a:custGeom>
            <a:avLst/>
            <a:gdLst/>
            <a:ahLst/>
            <a:cxnLst/>
            <a:rect l="l" t="t" r="r" b="b"/>
            <a:pathLst>
              <a:path w="643254" h="643254">
                <a:moveTo>
                  <a:pt x="15810" y="627322"/>
                </a:moveTo>
                <a:lnTo>
                  <a:pt x="3944" y="609435"/>
                </a:lnTo>
                <a:lnTo>
                  <a:pt x="0" y="589082"/>
                </a:lnTo>
                <a:lnTo>
                  <a:pt x="3969" y="568731"/>
                </a:lnTo>
                <a:lnTo>
                  <a:pt x="15844" y="550850"/>
                </a:lnTo>
                <a:lnTo>
                  <a:pt x="245127" y="321566"/>
                </a:lnTo>
                <a:lnTo>
                  <a:pt x="15844" y="92283"/>
                </a:lnTo>
                <a:lnTo>
                  <a:pt x="3963" y="74383"/>
                </a:lnTo>
                <a:lnTo>
                  <a:pt x="5" y="54023"/>
                </a:lnTo>
                <a:lnTo>
                  <a:pt x="3958" y="33675"/>
                </a:lnTo>
                <a:lnTo>
                  <a:pt x="15810" y="15810"/>
                </a:lnTo>
                <a:lnTo>
                  <a:pt x="33697" y="3944"/>
                </a:lnTo>
                <a:lnTo>
                  <a:pt x="54050" y="0"/>
                </a:lnTo>
                <a:lnTo>
                  <a:pt x="74401" y="3969"/>
                </a:lnTo>
                <a:lnTo>
                  <a:pt x="92283" y="15844"/>
                </a:lnTo>
                <a:lnTo>
                  <a:pt x="321566" y="245127"/>
                </a:lnTo>
                <a:lnTo>
                  <a:pt x="550850" y="15844"/>
                </a:lnTo>
                <a:lnTo>
                  <a:pt x="568749" y="3963"/>
                </a:lnTo>
                <a:lnTo>
                  <a:pt x="589109" y="5"/>
                </a:lnTo>
                <a:lnTo>
                  <a:pt x="609457" y="3958"/>
                </a:lnTo>
                <a:lnTo>
                  <a:pt x="627322" y="15810"/>
                </a:lnTo>
                <a:lnTo>
                  <a:pt x="639189" y="33697"/>
                </a:lnTo>
                <a:lnTo>
                  <a:pt x="643133" y="54050"/>
                </a:lnTo>
                <a:lnTo>
                  <a:pt x="639163" y="74401"/>
                </a:lnTo>
                <a:lnTo>
                  <a:pt x="627289" y="92283"/>
                </a:lnTo>
                <a:lnTo>
                  <a:pt x="398005" y="321566"/>
                </a:lnTo>
                <a:lnTo>
                  <a:pt x="627289" y="550850"/>
                </a:lnTo>
                <a:lnTo>
                  <a:pt x="639169" y="568749"/>
                </a:lnTo>
                <a:lnTo>
                  <a:pt x="643127" y="589109"/>
                </a:lnTo>
                <a:lnTo>
                  <a:pt x="639175" y="609457"/>
                </a:lnTo>
                <a:lnTo>
                  <a:pt x="627322" y="627322"/>
                </a:lnTo>
                <a:lnTo>
                  <a:pt x="609435" y="639189"/>
                </a:lnTo>
                <a:lnTo>
                  <a:pt x="589082" y="643133"/>
                </a:lnTo>
                <a:lnTo>
                  <a:pt x="568731" y="639163"/>
                </a:lnTo>
                <a:lnTo>
                  <a:pt x="550850" y="627289"/>
                </a:lnTo>
                <a:lnTo>
                  <a:pt x="321566" y="398005"/>
                </a:lnTo>
                <a:lnTo>
                  <a:pt x="92283" y="627289"/>
                </a:lnTo>
                <a:lnTo>
                  <a:pt x="74383" y="639169"/>
                </a:lnTo>
                <a:lnTo>
                  <a:pt x="54023" y="643127"/>
                </a:lnTo>
                <a:lnTo>
                  <a:pt x="33675" y="639175"/>
                </a:lnTo>
                <a:lnTo>
                  <a:pt x="15810" y="6273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457747" y="5207268"/>
            <a:ext cx="2706370" cy="19050"/>
          </a:xfrm>
          <a:custGeom>
            <a:avLst/>
            <a:gdLst/>
            <a:ahLst/>
            <a:cxnLst/>
            <a:rect l="l" t="t" r="r" b="b"/>
            <a:pathLst>
              <a:path w="2706370" h="19050">
                <a:moveTo>
                  <a:pt x="0" y="19049"/>
                </a:moveTo>
                <a:lnTo>
                  <a:pt x="2706296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008414" y="3166207"/>
            <a:ext cx="6886575" cy="6096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endParaRPr sz="1900">
              <a:latin typeface="Times New Roman"/>
              <a:cs typeface="Times New Roman"/>
            </a:endParaRPr>
          </a:p>
          <a:p>
            <a:pPr marL="448945">
              <a:lnSpc>
                <a:spcPct val="100000"/>
              </a:lnSpc>
            </a:pPr>
            <a:r>
              <a:rPr dirty="0" sz="1900" spc="110" b="1">
                <a:solidFill>
                  <a:srgbClr val="FFFFFF"/>
                </a:solidFill>
                <a:latin typeface="Tahoma"/>
                <a:cs typeface="Tahoma"/>
              </a:rPr>
              <a:t>PROBLEMÁTICA</a:t>
            </a:r>
            <a:endParaRPr sz="1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55"/>
              </a:spcBef>
            </a:pPr>
            <a:endParaRPr sz="1900">
              <a:latin typeface="Tahoma"/>
              <a:cs typeface="Tahoma"/>
            </a:endParaRPr>
          </a:p>
          <a:p>
            <a:pPr marL="448945" marR="769620">
              <a:lnSpc>
                <a:spcPct val="115900"/>
              </a:lnSpc>
            </a:pP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Los</a:t>
            </a:r>
            <a:r>
              <a:rPr dirty="0" sz="2050" spc="19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vecinos</a:t>
            </a:r>
            <a:r>
              <a:rPr dirty="0" sz="2050" spc="19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de</a:t>
            </a:r>
            <a:r>
              <a:rPr dirty="0" sz="2050" spc="19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Ciudad</a:t>
            </a:r>
            <a:r>
              <a:rPr dirty="0" sz="2050" spc="19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del</a:t>
            </a:r>
            <a:r>
              <a:rPr dirty="0" sz="2050" spc="19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Sol</a:t>
            </a:r>
            <a:r>
              <a:rPr dirty="0" sz="2050" spc="18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 spc="-10">
                <a:solidFill>
                  <a:srgbClr val="FFFFFF"/>
                </a:solidFill>
                <a:latin typeface="Montserrat"/>
                <a:cs typeface="Montserrat"/>
              </a:rPr>
              <a:t>buscan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servicios</a:t>
            </a:r>
            <a:r>
              <a:rPr dirty="0" sz="2050" spc="30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de</a:t>
            </a:r>
            <a:r>
              <a:rPr dirty="0" sz="2050" spc="31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forma</a:t>
            </a:r>
            <a:r>
              <a:rPr dirty="0" sz="2050" spc="30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desorganizada,</a:t>
            </a:r>
            <a:r>
              <a:rPr dirty="0" sz="2050" spc="30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 spc="-10">
                <a:solidFill>
                  <a:srgbClr val="FFFFFF"/>
                </a:solidFill>
                <a:latin typeface="Montserrat"/>
                <a:cs typeface="Montserrat"/>
              </a:rPr>
              <a:t>usando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recomendaciones</a:t>
            </a:r>
            <a:r>
              <a:rPr dirty="0" sz="2050" spc="35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informales</a:t>
            </a:r>
            <a:r>
              <a:rPr dirty="0" sz="2050" spc="35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o</a:t>
            </a:r>
            <a:r>
              <a:rPr dirty="0" sz="2050" spc="35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 spc="-10">
                <a:solidFill>
                  <a:srgbClr val="FFFFFF"/>
                </a:solidFill>
                <a:latin typeface="Montserrat"/>
                <a:cs typeface="Montserrat"/>
              </a:rPr>
              <a:t>redes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sociales,</a:t>
            </a:r>
            <a:r>
              <a:rPr dirty="0" sz="2050" spc="254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lo</a:t>
            </a:r>
            <a:r>
              <a:rPr dirty="0" sz="2050" spc="25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que</a:t>
            </a:r>
            <a:r>
              <a:rPr dirty="0" sz="2050" spc="254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dificulta</a:t>
            </a:r>
            <a:r>
              <a:rPr dirty="0" sz="2050" spc="25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 spc="-10">
                <a:solidFill>
                  <a:srgbClr val="FFFFFF"/>
                </a:solidFill>
                <a:latin typeface="Montserrat"/>
                <a:cs typeface="Montserrat"/>
              </a:rPr>
              <a:t>encontrar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prestadores</a:t>
            </a:r>
            <a:r>
              <a:rPr dirty="0" sz="2050" spc="43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 spc="-10">
                <a:solidFill>
                  <a:srgbClr val="FFFFFF"/>
                </a:solidFill>
                <a:latin typeface="Montserrat"/>
                <a:cs typeface="Montserrat"/>
              </a:rPr>
              <a:t>confiables.</a:t>
            </a:r>
            <a:endParaRPr sz="2050">
              <a:latin typeface="Montserrat"/>
              <a:cs typeface="Montserrat"/>
            </a:endParaRPr>
          </a:p>
          <a:p>
            <a:pPr marL="448945" marR="1330325">
              <a:lnSpc>
                <a:spcPct val="115900"/>
              </a:lnSpc>
              <a:spcBef>
                <a:spcPts val="2475"/>
              </a:spcBef>
            </a:pP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  <a:r>
              <a:rPr dirty="0" sz="2050" spc="19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su</a:t>
            </a:r>
            <a:r>
              <a:rPr dirty="0" sz="2050" spc="19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vez,</a:t>
            </a:r>
            <a:r>
              <a:rPr dirty="0" sz="2050" spc="19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los</a:t>
            </a:r>
            <a:r>
              <a:rPr dirty="0" sz="2050" spc="19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prestadores</a:t>
            </a:r>
            <a:r>
              <a:rPr dirty="0" sz="2050" spc="18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no</a:t>
            </a:r>
            <a:r>
              <a:rPr dirty="0" sz="2050" spc="19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tienen</a:t>
            </a:r>
            <a:r>
              <a:rPr dirty="0" sz="2050" spc="19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 spc="-25">
                <a:solidFill>
                  <a:srgbClr val="FFFFFF"/>
                </a:solidFill>
                <a:latin typeface="Montserrat"/>
                <a:cs typeface="Montserrat"/>
              </a:rPr>
              <a:t>un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espacio</a:t>
            </a:r>
            <a:r>
              <a:rPr dirty="0" sz="2050" spc="30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centralizado</a:t>
            </a:r>
            <a:r>
              <a:rPr dirty="0" sz="2050" spc="30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para</a:t>
            </a:r>
            <a:r>
              <a:rPr dirty="0" sz="2050" spc="30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ofrecer</a:t>
            </a:r>
            <a:r>
              <a:rPr dirty="0" sz="2050" spc="30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 spc="-25">
                <a:solidFill>
                  <a:srgbClr val="FFFFFF"/>
                </a:solidFill>
                <a:latin typeface="Montserrat"/>
                <a:cs typeface="Montserrat"/>
              </a:rPr>
              <a:t>sus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servicios</a:t>
            </a:r>
            <a:r>
              <a:rPr dirty="0" sz="2050" spc="25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y</a:t>
            </a:r>
            <a:r>
              <a:rPr dirty="0" sz="2050" spc="25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generar</a:t>
            </a:r>
            <a:r>
              <a:rPr dirty="0" sz="2050" spc="25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 spc="-10">
                <a:solidFill>
                  <a:srgbClr val="FFFFFF"/>
                </a:solidFill>
                <a:latin typeface="Montserrat"/>
                <a:cs typeface="Montserrat"/>
              </a:rPr>
              <a:t>reputación.</a:t>
            </a:r>
            <a:endParaRPr sz="2050">
              <a:latin typeface="Montserrat"/>
              <a:cs typeface="Montserra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92487" y="3166207"/>
            <a:ext cx="6886575" cy="6096000"/>
          </a:xfrm>
          <a:custGeom>
            <a:avLst/>
            <a:gdLst/>
            <a:ahLst/>
            <a:cxnLst/>
            <a:rect l="l" t="t" r="r" b="b"/>
            <a:pathLst>
              <a:path w="6886575" h="6096000">
                <a:moveTo>
                  <a:pt x="6886574" y="6095999"/>
                </a:moveTo>
                <a:lnTo>
                  <a:pt x="0" y="6095999"/>
                </a:lnTo>
                <a:lnTo>
                  <a:pt x="0" y="0"/>
                </a:lnTo>
                <a:lnTo>
                  <a:pt x="6886574" y="0"/>
                </a:lnTo>
                <a:lnTo>
                  <a:pt x="6886574" y="6095999"/>
                </a:lnTo>
                <a:close/>
              </a:path>
            </a:pathLst>
          </a:custGeom>
          <a:solidFill>
            <a:srgbClr val="2980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039526" y="3562279"/>
            <a:ext cx="780415" cy="762000"/>
          </a:xfrm>
          <a:custGeom>
            <a:avLst/>
            <a:gdLst/>
            <a:ahLst/>
            <a:cxnLst/>
            <a:rect l="l" t="t" r="r" b="b"/>
            <a:pathLst>
              <a:path w="780415" h="762000">
                <a:moveTo>
                  <a:pt x="324573" y="761919"/>
                </a:moveTo>
                <a:lnTo>
                  <a:pt x="281456" y="761919"/>
                </a:lnTo>
                <a:lnTo>
                  <a:pt x="276124" y="759933"/>
                </a:lnTo>
                <a:lnTo>
                  <a:pt x="21122" y="528654"/>
                </a:lnTo>
                <a:lnTo>
                  <a:pt x="0" y="482838"/>
                </a:lnTo>
                <a:lnTo>
                  <a:pt x="3855" y="457859"/>
                </a:lnTo>
                <a:lnTo>
                  <a:pt x="17475" y="435505"/>
                </a:lnTo>
                <a:lnTo>
                  <a:pt x="38698" y="420177"/>
                </a:lnTo>
                <a:lnTo>
                  <a:pt x="63291" y="414382"/>
                </a:lnTo>
                <a:lnTo>
                  <a:pt x="88263" y="418237"/>
                </a:lnTo>
                <a:lnTo>
                  <a:pt x="110624" y="431857"/>
                </a:lnTo>
                <a:lnTo>
                  <a:pt x="290769" y="598422"/>
                </a:lnTo>
                <a:lnTo>
                  <a:pt x="660156" y="29047"/>
                </a:lnTo>
                <a:lnTo>
                  <a:pt x="678456" y="10338"/>
                </a:lnTo>
                <a:lnTo>
                  <a:pt x="701704" y="447"/>
                </a:lnTo>
                <a:lnTo>
                  <a:pt x="726971" y="0"/>
                </a:lnTo>
                <a:lnTo>
                  <a:pt x="751328" y="9621"/>
                </a:lnTo>
                <a:lnTo>
                  <a:pt x="770036" y="27924"/>
                </a:lnTo>
                <a:lnTo>
                  <a:pt x="779927" y="51178"/>
                </a:lnTo>
                <a:lnTo>
                  <a:pt x="780375" y="76446"/>
                </a:lnTo>
                <a:lnTo>
                  <a:pt x="770753" y="100793"/>
                </a:lnTo>
                <a:lnTo>
                  <a:pt x="358779" y="735806"/>
                </a:lnTo>
                <a:lnTo>
                  <a:pt x="347831" y="748716"/>
                </a:lnTo>
                <a:lnTo>
                  <a:pt x="334445" y="758137"/>
                </a:lnTo>
                <a:lnTo>
                  <a:pt x="324573" y="7619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123888" y="5178693"/>
            <a:ext cx="2706370" cy="19050"/>
          </a:xfrm>
          <a:custGeom>
            <a:avLst/>
            <a:gdLst/>
            <a:ahLst/>
            <a:cxnLst/>
            <a:rect l="l" t="t" r="r" b="b"/>
            <a:pathLst>
              <a:path w="2706369" h="19050">
                <a:moveTo>
                  <a:pt x="0" y="19049"/>
                </a:moveTo>
                <a:lnTo>
                  <a:pt x="2706296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392487" y="3166207"/>
            <a:ext cx="6886575" cy="6096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endParaRPr sz="1900">
              <a:latin typeface="Times New Roman"/>
              <a:cs typeface="Times New Roman"/>
            </a:endParaRPr>
          </a:p>
          <a:p>
            <a:pPr marL="2861310">
              <a:lnSpc>
                <a:spcPct val="100000"/>
              </a:lnSpc>
            </a:pPr>
            <a:r>
              <a:rPr dirty="0" sz="1900" spc="110" b="1">
                <a:solidFill>
                  <a:srgbClr val="FFFFFF"/>
                </a:solidFill>
                <a:latin typeface="Tahoma"/>
                <a:cs typeface="Tahoma"/>
              </a:rPr>
              <a:t>PROPUESTA</a:t>
            </a:r>
            <a:r>
              <a:rPr dirty="0" sz="1900" spc="2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00" spc="55" b="1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1900" spc="2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900" spc="100" b="1">
                <a:solidFill>
                  <a:srgbClr val="FFFFFF"/>
                </a:solidFill>
                <a:latin typeface="Tahoma"/>
                <a:cs typeface="Tahoma"/>
              </a:rPr>
              <a:t>SOLUCIÓN</a:t>
            </a:r>
            <a:endParaRPr sz="1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55"/>
              </a:spcBef>
            </a:pPr>
            <a:endParaRPr sz="1900">
              <a:latin typeface="Tahoma"/>
              <a:cs typeface="Tahoma"/>
            </a:endParaRPr>
          </a:p>
          <a:p>
            <a:pPr algn="r" marL="789940" marR="440690" indent="150495">
              <a:lnSpc>
                <a:spcPct val="115900"/>
              </a:lnSpc>
            </a:pP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RedSol</a:t>
            </a:r>
            <a:r>
              <a:rPr dirty="0" sz="2050" spc="254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Service</a:t>
            </a:r>
            <a:r>
              <a:rPr dirty="0" sz="2050" spc="26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será</a:t>
            </a:r>
            <a:r>
              <a:rPr dirty="0" sz="2050" spc="254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una</a:t>
            </a:r>
            <a:r>
              <a:rPr dirty="0" sz="2050" spc="254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aplicación</a:t>
            </a:r>
            <a:r>
              <a:rPr dirty="0" sz="2050" spc="254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 spc="-10">
                <a:solidFill>
                  <a:srgbClr val="FFFFFF"/>
                </a:solidFill>
                <a:latin typeface="Montserrat"/>
                <a:cs typeface="Montserrat"/>
              </a:rPr>
              <a:t>móvil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que</a:t>
            </a:r>
            <a:r>
              <a:rPr dirty="0" sz="2050" spc="27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permitirá</a:t>
            </a:r>
            <a:r>
              <a:rPr dirty="0" sz="2050" spc="29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conectar</a:t>
            </a:r>
            <a:r>
              <a:rPr dirty="0" sz="2050" spc="28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vecinos</a:t>
            </a:r>
            <a:r>
              <a:rPr dirty="0" sz="2050" spc="29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 spc="-50">
                <a:solidFill>
                  <a:srgbClr val="FFFFFF"/>
                </a:solidFill>
                <a:latin typeface="Montserrat"/>
                <a:cs typeface="Montserrat"/>
              </a:rPr>
              <a:t>y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prestadores</a:t>
            </a:r>
            <a:r>
              <a:rPr dirty="0" sz="2050" spc="23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de</a:t>
            </a:r>
            <a:r>
              <a:rPr dirty="0" sz="2050" spc="24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servicio</a:t>
            </a:r>
            <a:r>
              <a:rPr dirty="0" sz="2050" spc="24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de</a:t>
            </a:r>
            <a:r>
              <a:rPr dirty="0" sz="2050" spc="24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forma</a:t>
            </a:r>
            <a:r>
              <a:rPr dirty="0" sz="2050" spc="24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segura</a:t>
            </a:r>
            <a:r>
              <a:rPr dirty="0" sz="2050" spc="24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 spc="-50">
                <a:solidFill>
                  <a:srgbClr val="FFFFFF"/>
                </a:solidFill>
                <a:latin typeface="Montserrat"/>
                <a:cs typeface="Montserrat"/>
              </a:rPr>
              <a:t>y</a:t>
            </a:r>
            <a:endParaRPr sz="2050">
              <a:latin typeface="Montserrat"/>
              <a:cs typeface="Montserrat"/>
            </a:endParaRPr>
          </a:p>
          <a:p>
            <a:pPr algn="r" marR="440690">
              <a:lnSpc>
                <a:spcPct val="100000"/>
              </a:lnSpc>
              <a:spcBef>
                <a:spcPts val="390"/>
              </a:spcBef>
            </a:pPr>
            <a:r>
              <a:rPr dirty="0" sz="2050" spc="-10">
                <a:solidFill>
                  <a:srgbClr val="FFFFFF"/>
                </a:solidFill>
                <a:latin typeface="Montserrat"/>
                <a:cs typeface="Montserrat"/>
              </a:rPr>
              <a:t>ordenada</a:t>
            </a:r>
            <a:endParaRPr sz="2050">
              <a:latin typeface="Montserrat"/>
              <a:cs typeface="Montserrat"/>
            </a:endParaRPr>
          </a:p>
          <a:p>
            <a:pPr algn="r" marR="441325">
              <a:lnSpc>
                <a:spcPct val="100000"/>
              </a:lnSpc>
              <a:spcBef>
                <a:spcPts val="390"/>
              </a:spcBef>
            </a:pPr>
            <a:r>
              <a:rPr dirty="0" sz="2050" spc="-50">
                <a:solidFill>
                  <a:srgbClr val="FFFFFF"/>
                </a:solidFill>
                <a:latin typeface="Montserrat"/>
                <a:cs typeface="Montserrat"/>
              </a:rPr>
              <a:t>.</a:t>
            </a:r>
            <a:endParaRPr sz="2050">
              <a:latin typeface="Montserrat"/>
              <a:cs typeface="Montserrat"/>
            </a:endParaRPr>
          </a:p>
          <a:p>
            <a:pPr algn="r" marL="1019175" marR="440690" indent="-318135">
              <a:lnSpc>
                <a:spcPts val="2850"/>
              </a:lnSpc>
              <a:spcBef>
                <a:spcPts val="160"/>
              </a:spcBef>
            </a:pP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Incluirá</a:t>
            </a:r>
            <a:r>
              <a:rPr dirty="0" sz="2050" spc="30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búsqueda</a:t>
            </a:r>
            <a:r>
              <a:rPr dirty="0" sz="2050" spc="30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de</a:t>
            </a:r>
            <a:r>
              <a:rPr dirty="0" sz="2050" spc="30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servicios,</a:t>
            </a:r>
            <a:r>
              <a:rPr dirty="0" sz="2050" spc="30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 spc="-10">
                <a:solidFill>
                  <a:srgbClr val="FFFFFF"/>
                </a:solidFill>
                <a:latin typeface="Montserrat"/>
                <a:cs typeface="Montserrat"/>
              </a:rPr>
              <a:t>solicitudes,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estados,</a:t>
            </a:r>
            <a:r>
              <a:rPr dirty="0" sz="2050" spc="27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pagos,</a:t>
            </a:r>
            <a:r>
              <a:rPr dirty="0" sz="2050" spc="27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calificaciones</a:t>
            </a:r>
            <a:r>
              <a:rPr dirty="0" sz="2050" spc="27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y</a:t>
            </a:r>
            <a:r>
              <a:rPr dirty="0" sz="2050" spc="27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una</a:t>
            </a:r>
            <a:r>
              <a:rPr dirty="0" sz="2050" spc="27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 spc="-25">
                <a:solidFill>
                  <a:srgbClr val="FFFFFF"/>
                </a:solidFill>
                <a:latin typeface="Montserrat"/>
                <a:cs typeface="Montserrat"/>
              </a:rPr>
              <a:t>web</a:t>
            </a:r>
            <a:endParaRPr sz="2050">
              <a:latin typeface="Montserrat"/>
              <a:cs typeface="Montserrat"/>
            </a:endParaRPr>
          </a:p>
          <a:p>
            <a:pPr algn="r" marR="441325">
              <a:lnSpc>
                <a:spcPct val="100000"/>
              </a:lnSpc>
              <a:spcBef>
                <a:spcPts val="229"/>
              </a:spcBef>
            </a:pP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administrativa</a:t>
            </a:r>
            <a:r>
              <a:rPr dirty="0" sz="2050" spc="32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>
                <a:solidFill>
                  <a:srgbClr val="FFFFFF"/>
                </a:solidFill>
                <a:latin typeface="Montserrat"/>
                <a:cs typeface="Montserrat"/>
              </a:rPr>
              <a:t>de</a:t>
            </a:r>
            <a:r>
              <a:rPr dirty="0" sz="2050" spc="33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050" spc="-10">
                <a:solidFill>
                  <a:srgbClr val="FFFFFF"/>
                </a:solidFill>
                <a:latin typeface="Montserrat"/>
                <a:cs typeface="Montserrat"/>
              </a:rPr>
              <a:t>apoyo.</a:t>
            </a:r>
            <a:endParaRPr sz="2050">
              <a:latin typeface="Montserrat"/>
              <a:cs typeface="Montserra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029637" y="0"/>
            <a:ext cx="7258684" cy="10287000"/>
            <a:chOff x="11029637" y="0"/>
            <a:chExt cx="7258684" cy="10287000"/>
          </a:xfrm>
        </p:grpSpPr>
        <p:sp>
          <p:nvSpPr>
            <p:cNvPr id="12" name="object 12"/>
            <p:cNvSpPr/>
            <p:nvPr/>
          </p:nvSpPr>
          <p:spPr>
            <a:xfrm>
              <a:off x="11029638" y="1026257"/>
              <a:ext cx="7258684" cy="1095375"/>
            </a:xfrm>
            <a:custGeom>
              <a:avLst/>
              <a:gdLst/>
              <a:ahLst/>
              <a:cxnLst/>
              <a:rect l="l" t="t" r="r" b="b"/>
              <a:pathLst>
                <a:path w="7258684" h="1095375">
                  <a:moveTo>
                    <a:pt x="7258361" y="1095374"/>
                  </a:moveTo>
                  <a:lnTo>
                    <a:pt x="0" y="1095374"/>
                  </a:lnTo>
                  <a:lnTo>
                    <a:pt x="0" y="0"/>
                  </a:lnTo>
                  <a:lnTo>
                    <a:pt x="7258361" y="0"/>
                  </a:lnTo>
                  <a:lnTo>
                    <a:pt x="7258361" y="1095374"/>
                  </a:lnTo>
                  <a:close/>
                </a:path>
              </a:pathLst>
            </a:custGeom>
            <a:solidFill>
              <a:srgbClr val="B5D0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6935882" y="0"/>
              <a:ext cx="19050" cy="10287000"/>
            </a:xfrm>
            <a:custGeom>
              <a:avLst/>
              <a:gdLst/>
              <a:ahLst/>
              <a:cxnLst/>
              <a:rect l="l" t="t" r="r" b="b"/>
              <a:pathLst>
                <a:path w="19050" h="10287000">
                  <a:moveTo>
                    <a:pt x="19050" y="783932"/>
                  </a:moveTo>
                  <a:lnTo>
                    <a:pt x="0" y="783932"/>
                  </a:lnTo>
                  <a:lnTo>
                    <a:pt x="0" y="10287000"/>
                  </a:lnTo>
                  <a:lnTo>
                    <a:pt x="19050" y="10287000"/>
                  </a:lnTo>
                  <a:lnTo>
                    <a:pt x="19050" y="783932"/>
                  </a:lnTo>
                  <a:close/>
                </a:path>
                <a:path w="19050" h="10287000">
                  <a:moveTo>
                    <a:pt x="19050" y="0"/>
                  </a:moveTo>
                  <a:lnTo>
                    <a:pt x="0" y="0"/>
                  </a:lnTo>
                  <a:lnTo>
                    <a:pt x="0" y="716407"/>
                  </a:lnTo>
                  <a:lnTo>
                    <a:pt x="19050" y="716407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0A26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1029637" y="716397"/>
              <a:ext cx="7258684" cy="67945"/>
            </a:xfrm>
            <a:custGeom>
              <a:avLst/>
              <a:gdLst/>
              <a:ahLst/>
              <a:cxnLst/>
              <a:rect l="l" t="t" r="r" b="b"/>
              <a:pathLst>
                <a:path w="7258684" h="67945">
                  <a:moveTo>
                    <a:pt x="7258361" y="67531"/>
                  </a:moveTo>
                  <a:lnTo>
                    <a:pt x="0" y="67531"/>
                  </a:lnTo>
                  <a:lnTo>
                    <a:pt x="0" y="0"/>
                  </a:lnTo>
                  <a:lnTo>
                    <a:pt x="7258361" y="0"/>
                  </a:lnTo>
                  <a:lnTo>
                    <a:pt x="7258361" y="67531"/>
                  </a:lnTo>
                  <a:close/>
                </a:path>
              </a:pathLst>
            </a:custGeom>
            <a:solidFill>
              <a:srgbClr val="2D73B3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5860496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047118" y="6369244"/>
              <a:ext cx="13241019" cy="3019425"/>
            </a:xfrm>
            <a:custGeom>
              <a:avLst/>
              <a:gdLst/>
              <a:ahLst/>
              <a:cxnLst/>
              <a:rect l="l" t="t" r="r" b="b"/>
              <a:pathLst>
                <a:path w="13241019" h="3019425">
                  <a:moveTo>
                    <a:pt x="13240880" y="3019424"/>
                  </a:moveTo>
                  <a:lnTo>
                    <a:pt x="0" y="3019424"/>
                  </a:lnTo>
                  <a:lnTo>
                    <a:pt x="0" y="0"/>
                  </a:lnTo>
                  <a:lnTo>
                    <a:pt x="13240880" y="0"/>
                  </a:lnTo>
                  <a:lnTo>
                    <a:pt x="13240880" y="3019424"/>
                  </a:lnTo>
                  <a:close/>
                </a:path>
              </a:pathLst>
            </a:custGeom>
            <a:solidFill>
              <a:srgbClr val="B5D0E7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321945" y="6369244"/>
              <a:ext cx="7345680" cy="3023870"/>
            </a:xfrm>
            <a:custGeom>
              <a:avLst/>
              <a:gdLst/>
              <a:ahLst/>
              <a:cxnLst/>
              <a:rect l="l" t="t" r="r" b="b"/>
              <a:pathLst>
                <a:path w="7345680" h="3023870">
                  <a:moveTo>
                    <a:pt x="6158575" y="3023841"/>
                  </a:moveTo>
                  <a:lnTo>
                    <a:pt x="0" y="3023841"/>
                  </a:lnTo>
                  <a:lnTo>
                    <a:pt x="0" y="0"/>
                  </a:lnTo>
                  <a:lnTo>
                    <a:pt x="6158575" y="0"/>
                  </a:lnTo>
                  <a:lnTo>
                    <a:pt x="7345614" y="1511921"/>
                  </a:lnTo>
                  <a:lnTo>
                    <a:pt x="6158575" y="3023841"/>
                  </a:lnTo>
                  <a:close/>
                </a:path>
              </a:pathLst>
            </a:custGeom>
            <a:solidFill>
              <a:srgbClr val="498C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853306" y="7160510"/>
              <a:ext cx="1452880" cy="1441450"/>
            </a:xfrm>
            <a:custGeom>
              <a:avLst/>
              <a:gdLst/>
              <a:ahLst/>
              <a:cxnLst/>
              <a:rect l="l" t="t" r="r" b="b"/>
              <a:pathLst>
                <a:path w="1452879" h="1441450">
                  <a:moveTo>
                    <a:pt x="726315" y="1441309"/>
                  </a:moveTo>
                  <a:lnTo>
                    <a:pt x="678560" y="1439776"/>
                  </a:lnTo>
                  <a:lnTo>
                    <a:pt x="631629" y="1435241"/>
                  </a:lnTo>
                  <a:lnTo>
                    <a:pt x="585619" y="1427798"/>
                  </a:lnTo>
                  <a:lnTo>
                    <a:pt x="540625" y="1417543"/>
                  </a:lnTo>
                  <a:lnTo>
                    <a:pt x="496743" y="1404570"/>
                  </a:lnTo>
                  <a:lnTo>
                    <a:pt x="454069" y="1388974"/>
                  </a:lnTo>
                  <a:lnTo>
                    <a:pt x="412698" y="1370851"/>
                  </a:lnTo>
                  <a:lnTo>
                    <a:pt x="372726" y="1350295"/>
                  </a:lnTo>
                  <a:lnTo>
                    <a:pt x="334249" y="1327401"/>
                  </a:lnTo>
                  <a:lnTo>
                    <a:pt x="297363" y="1302264"/>
                  </a:lnTo>
                  <a:lnTo>
                    <a:pt x="262162" y="1274980"/>
                  </a:lnTo>
                  <a:lnTo>
                    <a:pt x="228744" y="1245643"/>
                  </a:lnTo>
                  <a:lnTo>
                    <a:pt x="197203" y="1214348"/>
                  </a:lnTo>
                  <a:lnTo>
                    <a:pt x="167635" y="1181190"/>
                  </a:lnTo>
                  <a:lnTo>
                    <a:pt x="140136" y="1146264"/>
                  </a:lnTo>
                  <a:lnTo>
                    <a:pt x="114802" y="1109665"/>
                  </a:lnTo>
                  <a:lnTo>
                    <a:pt x="91729" y="1071487"/>
                  </a:lnTo>
                  <a:lnTo>
                    <a:pt x="71011" y="1031827"/>
                  </a:lnTo>
                  <a:lnTo>
                    <a:pt x="52746" y="990779"/>
                  </a:lnTo>
                  <a:lnTo>
                    <a:pt x="37028" y="948437"/>
                  </a:lnTo>
                  <a:lnTo>
                    <a:pt x="23953" y="904897"/>
                  </a:lnTo>
                  <a:lnTo>
                    <a:pt x="13617" y="860254"/>
                  </a:lnTo>
                  <a:lnTo>
                    <a:pt x="6115" y="814602"/>
                  </a:lnTo>
                  <a:lnTo>
                    <a:pt x="1544" y="768038"/>
                  </a:lnTo>
                  <a:lnTo>
                    <a:pt x="0" y="720654"/>
                  </a:lnTo>
                  <a:lnTo>
                    <a:pt x="1544" y="673271"/>
                  </a:lnTo>
                  <a:lnTo>
                    <a:pt x="6115" y="626706"/>
                  </a:lnTo>
                  <a:lnTo>
                    <a:pt x="13617" y="581055"/>
                  </a:lnTo>
                  <a:lnTo>
                    <a:pt x="23953" y="536412"/>
                  </a:lnTo>
                  <a:lnTo>
                    <a:pt x="37028" y="492872"/>
                  </a:lnTo>
                  <a:lnTo>
                    <a:pt x="52746" y="450530"/>
                  </a:lnTo>
                  <a:lnTo>
                    <a:pt x="71011" y="409482"/>
                  </a:lnTo>
                  <a:lnTo>
                    <a:pt x="91729" y="369821"/>
                  </a:lnTo>
                  <a:lnTo>
                    <a:pt x="114802" y="331644"/>
                  </a:lnTo>
                  <a:lnTo>
                    <a:pt x="140136" y="295045"/>
                  </a:lnTo>
                  <a:lnTo>
                    <a:pt x="167635" y="260119"/>
                  </a:lnTo>
                  <a:lnTo>
                    <a:pt x="197203" y="226961"/>
                  </a:lnTo>
                  <a:lnTo>
                    <a:pt x="228744" y="195666"/>
                  </a:lnTo>
                  <a:lnTo>
                    <a:pt x="262162" y="166328"/>
                  </a:lnTo>
                  <a:lnTo>
                    <a:pt x="297363" y="139044"/>
                  </a:lnTo>
                  <a:lnTo>
                    <a:pt x="334249" y="113908"/>
                  </a:lnTo>
                  <a:lnTo>
                    <a:pt x="372726" y="91014"/>
                  </a:lnTo>
                  <a:lnTo>
                    <a:pt x="412698" y="70458"/>
                  </a:lnTo>
                  <a:lnTo>
                    <a:pt x="454069" y="52335"/>
                  </a:lnTo>
                  <a:lnTo>
                    <a:pt x="496743" y="36739"/>
                  </a:lnTo>
                  <a:lnTo>
                    <a:pt x="540625" y="23766"/>
                  </a:lnTo>
                  <a:lnTo>
                    <a:pt x="585619" y="13511"/>
                  </a:lnTo>
                  <a:lnTo>
                    <a:pt x="631629" y="6068"/>
                  </a:lnTo>
                  <a:lnTo>
                    <a:pt x="678560" y="1532"/>
                  </a:lnTo>
                  <a:lnTo>
                    <a:pt x="726315" y="0"/>
                  </a:lnTo>
                  <a:lnTo>
                    <a:pt x="774070" y="1532"/>
                  </a:lnTo>
                  <a:lnTo>
                    <a:pt x="821001" y="6068"/>
                  </a:lnTo>
                  <a:lnTo>
                    <a:pt x="867011" y="13511"/>
                  </a:lnTo>
                  <a:lnTo>
                    <a:pt x="912005" y="23766"/>
                  </a:lnTo>
                  <a:lnTo>
                    <a:pt x="955887" y="36739"/>
                  </a:lnTo>
                  <a:lnTo>
                    <a:pt x="998561" y="52335"/>
                  </a:lnTo>
                  <a:lnTo>
                    <a:pt x="1039932" y="70458"/>
                  </a:lnTo>
                  <a:lnTo>
                    <a:pt x="1079904" y="91014"/>
                  </a:lnTo>
                  <a:lnTo>
                    <a:pt x="1118381" y="113908"/>
                  </a:lnTo>
                  <a:lnTo>
                    <a:pt x="1155268" y="139044"/>
                  </a:lnTo>
                  <a:lnTo>
                    <a:pt x="1190468" y="166328"/>
                  </a:lnTo>
                  <a:lnTo>
                    <a:pt x="1223887" y="195666"/>
                  </a:lnTo>
                  <a:lnTo>
                    <a:pt x="1255428" y="226961"/>
                  </a:lnTo>
                  <a:lnTo>
                    <a:pt x="1284995" y="260119"/>
                  </a:lnTo>
                  <a:lnTo>
                    <a:pt x="1312494" y="295045"/>
                  </a:lnTo>
                  <a:lnTo>
                    <a:pt x="1337828" y="331644"/>
                  </a:lnTo>
                  <a:lnTo>
                    <a:pt x="1360902" y="369821"/>
                  </a:lnTo>
                  <a:lnTo>
                    <a:pt x="1381619" y="409482"/>
                  </a:lnTo>
                  <a:lnTo>
                    <a:pt x="1399885" y="450530"/>
                  </a:lnTo>
                  <a:lnTo>
                    <a:pt x="1415603" y="492872"/>
                  </a:lnTo>
                  <a:lnTo>
                    <a:pt x="1428678" y="536412"/>
                  </a:lnTo>
                  <a:lnTo>
                    <a:pt x="1439014" y="581055"/>
                  </a:lnTo>
                  <a:lnTo>
                    <a:pt x="1446515" y="626706"/>
                  </a:lnTo>
                  <a:lnTo>
                    <a:pt x="1451086" y="673271"/>
                  </a:lnTo>
                  <a:lnTo>
                    <a:pt x="1452631" y="720654"/>
                  </a:lnTo>
                  <a:lnTo>
                    <a:pt x="1451086" y="768038"/>
                  </a:lnTo>
                  <a:lnTo>
                    <a:pt x="1446515" y="814602"/>
                  </a:lnTo>
                  <a:lnTo>
                    <a:pt x="1439014" y="860254"/>
                  </a:lnTo>
                  <a:lnTo>
                    <a:pt x="1428678" y="904897"/>
                  </a:lnTo>
                  <a:lnTo>
                    <a:pt x="1415603" y="948437"/>
                  </a:lnTo>
                  <a:lnTo>
                    <a:pt x="1399885" y="990779"/>
                  </a:lnTo>
                  <a:lnTo>
                    <a:pt x="1381619" y="1031827"/>
                  </a:lnTo>
                  <a:lnTo>
                    <a:pt x="1360902" y="1071487"/>
                  </a:lnTo>
                  <a:lnTo>
                    <a:pt x="1337828" y="1109665"/>
                  </a:lnTo>
                  <a:lnTo>
                    <a:pt x="1312494" y="1146264"/>
                  </a:lnTo>
                  <a:lnTo>
                    <a:pt x="1284995" y="1181190"/>
                  </a:lnTo>
                  <a:lnTo>
                    <a:pt x="1255428" y="1214348"/>
                  </a:lnTo>
                  <a:lnTo>
                    <a:pt x="1223887" y="1245643"/>
                  </a:lnTo>
                  <a:lnTo>
                    <a:pt x="1190468" y="1274980"/>
                  </a:lnTo>
                  <a:lnTo>
                    <a:pt x="1155268" y="1302264"/>
                  </a:lnTo>
                  <a:lnTo>
                    <a:pt x="1118381" y="1327401"/>
                  </a:lnTo>
                  <a:lnTo>
                    <a:pt x="1079904" y="1350295"/>
                  </a:lnTo>
                  <a:lnTo>
                    <a:pt x="1039932" y="1370851"/>
                  </a:lnTo>
                  <a:lnTo>
                    <a:pt x="998561" y="1388974"/>
                  </a:lnTo>
                  <a:lnTo>
                    <a:pt x="955887" y="1404570"/>
                  </a:lnTo>
                  <a:lnTo>
                    <a:pt x="912005" y="1417543"/>
                  </a:lnTo>
                  <a:lnTo>
                    <a:pt x="867011" y="1427798"/>
                  </a:lnTo>
                  <a:lnTo>
                    <a:pt x="821001" y="1435241"/>
                  </a:lnTo>
                  <a:lnTo>
                    <a:pt x="774070" y="1439776"/>
                  </a:lnTo>
                  <a:lnTo>
                    <a:pt x="726315" y="14413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047118" y="3824431"/>
              <a:ext cx="13241019" cy="2371725"/>
            </a:xfrm>
            <a:custGeom>
              <a:avLst/>
              <a:gdLst/>
              <a:ahLst/>
              <a:cxnLst/>
              <a:rect l="l" t="t" r="r" b="b"/>
              <a:pathLst>
                <a:path w="13241019" h="2371725">
                  <a:moveTo>
                    <a:pt x="13240880" y="2371724"/>
                  </a:moveTo>
                  <a:lnTo>
                    <a:pt x="0" y="2371724"/>
                  </a:lnTo>
                  <a:lnTo>
                    <a:pt x="0" y="0"/>
                  </a:lnTo>
                  <a:lnTo>
                    <a:pt x="13240880" y="0"/>
                  </a:lnTo>
                  <a:lnTo>
                    <a:pt x="13240880" y="2371724"/>
                  </a:lnTo>
                  <a:close/>
                </a:path>
              </a:pathLst>
            </a:custGeom>
            <a:solidFill>
              <a:srgbClr val="B5D0E7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321945" y="3821841"/>
              <a:ext cx="7345045" cy="2374265"/>
            </a:xfrm>
            <a:custGeom>
              <a:avLst/>
              <a:gdLst/>
              <a:ahLst/>
              <a:cxnLst/>
              <a:rect l="l" t="t" r="r" b="b"/>
              <a:pathLst>
                <a:path w="7345045" h="2374265">
                  <a:moveTo>
                    <a:pt x="6158575" y="2374077"/>
                  </a:moveTo>
                  <a:lnTo>
                    <a:pt x="0" y="2374077"/>
                  </a:lnTo>
                  <a:lnTo>
                    <a:pt x="0" y="0"/>
                  </a:lnTo>
                  <a:lnTo>
                    <a:pt x="6158575" y="0"/>
                  </a:lnTo>
                  <a:lnTo>
                    <a:pt x="7344801" y="1186226"/>
                  </a:lnTo>
                  <a:lnTo>
                    <a:pt x="7344801" y="1187851"/>
                  </a:lnTo>
                  <a:lnTo>
                    <a:pt x="6158575" y="2374077"/>
                  </a:lnTo>
                  <a:close/>
                </a:path>
              </a:pathLst>
            </a:custGeom>
            <a:solidFill>
              <a:srgbClr val="498C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987083" y="4315597"/>
              <a:ext cx="1452880" cy="1441450"/>
            </a:xfrm>
            <a:custGeom>
              <a:avLst/>
              <a:gdLst/>
              <a:ahLst/>
              <a:cxnLst/>
              <a:rect l="l" t="t" r="r" b="b"/>
              <a:pathLst>
                <a:path w="1452879" h="1441450">
                  <a:moveTo>
                    <a:pt x="726315" y="1441310"/>
                  </a:moveTo>
                  <a:lnTo>
                    <a:pt x="678559" y="1439777"/>
                  </a:lnTo>
                  <a:lnTo>
                    <a:pt x="631629" y="1435241"/>
                  </a:lnTo>
                  <a:lnTo>
                    <a:pt x="585619" y="1427798"/>
                  </a:lnTo>
                  <a:lnTo>
                    <a:pt x="540625" y="1417543"/>
                  </a:lnTo>
                  <a:lnTo>
                    <a:pt x="496743" y="1404570"/>
                  </a:lnTo>
                  <a:lnTo>
                    <a:pt x="454069" y="1388974"/>
                  </a:lnTo>
                  <a:lnTo>
                    <a:pt x="412698" y="1370851"/>
                  </a:lnTo>
                  <a:lnTo>
                    <a:pt x="372726" y="1350295"/>
                  </a:lnTo>
                  <a:lnTo>
                    <a:pt x="334249" y="1327401"/>
                  </a:lnTo>
                  <a:lnTo>
                    <a:pt x="297363" y="1302265"/>
                  </a:lnTo>
                  <a:lnTo>
                    <a:pt x="262162" y="1274981"/>
                  </a:lnTo>
                  <a:lnTo>
                    <a:pt x="228744" y="1245643"/>
                  </a:lnTo>
                  <a:lnTo>
                    <a:pt x="197203" y="1214348"/>
                  </a:lnTo>
                  <a:lnTo>
                    <a:pt x="167635" y="1181190"/>
                  </a:lnTo>
                  <a:lnTo>
                    <a:pt x="140136" y="1146264"/>
                  </a:lnTo>
                  <a:lnTo>
                    <a:pt x="114802" y="1109665"/>
                  </a:lnTo>
                  <a:lnTo>
                    <a:pt x="91729" y="1071488"/>
                  </a:lnTo>
                  <a:lnTo>
                    <a:pt x="71011" y="1031827"/>
                  </a:lnTo>
                  <a:lnTo>
                    <a:pt x="52746" y="990779"/>
                  </a:lnTo>
                  <a:lnTo>
                    <a:pt x="37028" y="948437"/>
                  </a:lnTo>
                  <a:lnTo>
                    <a:pt x="23953" y="904897"/>
                  </a:lnTo>
                  <a:lnTo>
                    <a:pt x="13617" y="860254"/>
                  </a:lnTo>
                  <a:lnTo>
                    <a:pt x="6115" y="814602"/>
                  </a:lnTo>
                  <a:lnTo>
                    <a:pt x="1544" y="768038"/>
                  </a:lnTo>
                  <a:lnTo>
                    <a:pt x="0" y="720654"/>
                  </a:lnTo>
                  <a:lnTo>
                    <a:pt x="1544" y="673271"/>
                  </a:lnTo>
                  <a:lnTo>
                    <a:pt x="6115" y="626706"/>
                  </a:lnTo>
                  <a:lnTo>
                    <a:pt x="13617" y="581055"/>
                  </a:lnTo>
                  <a:lnTo>
                    <a:pt x="23953" y="536412"/>
                  </a:lnTo>
                  <a:lnTo>
                    <a:pt x="37028" y="492872"/>
                  </a:lnTo>
                  <a:lnTo>
                    <a:pt x="52746" y="450530"/>
                  </a:lnTo>
                  <a:lnTo>
                    <a:pt x="71011" y="409482"/>
                  </a:lnTo>
                  <a:lnTo>
                    <a:pt x="91729" y="369821"/>
                  </a:lnTo>
                  <a:lnTo>
                    <a:pt x="114802" y="331644"/>
                  </a:lnTo>
                  <a:lnTo>
                    <a:pt x="140136" y="295045"/>
                  </a:lnTo>
                  <a:lnTo>
                    <a:pt x="167635" y="260119"/>
                  </a:lnTo>
                  <a:lnTo>
                    <a:pt x="197203" y="226961"/>
                  </a:lnTo>
                  <a:lnTo>
                    <a:pt x="228744" y="195666"/>
                  </a:lnTo>
                  <a:lnTo>
                    <a:pt x="262162" y="166328"/>
                  </a:lnTo>
                  <a:lnTo>
                    <a:pt x="297363" y="139044"/>
                  </a:lnTo>
                  <a:lnTo>
                    <a:pt x="334249" y="113908"/>
                  </a:lnTo>
                  <a:lnTo>
                    <a:pt x="372726" y="91014"/>
                  </a:lnTo>
                  <a:lnTo>
                    <a:pt x="412698" y="70458"/>
                  </a:lnTo>
                  <a:lnTo>
                    <a:pt x="454069" y="52335"/>
                  </a:lnTo>
                  <a:lnTo>
                    <a:pt x="496743" y="36739"/>
                  </a:lnTo>
                  <a:lnTo>
                    <a:pt x="540625" y="23766"/>
                  </a:lnTo>
                  <a:lnTo>
                    <a:pt x="585619" y="13511"/>
                  </a:lnTo>
                  <a:lnTo>
                    <a:pt x="631629" y="6068"/>
                  </a:lnTo>
                  <a:lnTo>
                    <a:pt x="678559" y="1532"/>
                  </a:lnTo>
                  <a:lnTo>
                    <a:pt x="726315" y="0"/>
                  </a:lnTo>
                  <a:lnTo>
                    <a:pt x="774070" y="1532"/>
                  </a:lnTo>
                  <a:lnTo>
                    <a:pt x="821001" y="6068"/>
                  </a:lnTo>
                  <a:lnTo>
                    <a:pt x="867011" y="13511"/>
                  </a:lnTo>
                  <a:lnTo>
                    <a:pt x="912005" y="23766"/>
                  </a:lnTo>
                  <a:lnTo>
                    <a:pt x="955887" y="36739"/>
                  </a:lnTo>
                  <a:lnTo>
                    <a:pt x="998561" y="52335"/>
                  </a:lnTo>
                  <a:lnTo>
                    <a:pt x="1039932" y="70458"/>
                  </a:lnTo>
                  <a:lnTo>
                    <a:pt x="1079904" y="91014"/>
                  </a:lnTo>
                  <a:lnTo>
                    <a:pt x="1118381" y="113908"/>
                  </a:lnTo>
                  <a:lnTo>
                    <a:pt x="1155268" y="139044"/>
                  </a:lnTo>
                  <a:lnTo>
                    <a:pt x="1190468" y="166328"/>
                  </a:lnTo>
                  <a:lnTo>
                    <a:pt x="1223887" y="195666"/>
                  </a:lnTo>
                  <a:lnTo>
                    <a:pt x="1255428" y="226961"/>
                  </a:lnTo>
                  <a:lnTo>
                    <a:pt x="1284995" y="260119"/>
                  </a:lnTo>
                  <a:lnTo>
                    <a:pt x="1312494" y="295045"/>
                  </a:lnTo>
                  <a:lnTo>
                    <a:pt x="1337828" y="331644"/>
                  </a:lnTo>
                  <a:lnTo>
                    <a:pt x="1360901" y="369821"/>
                  </a:lnTo>
                  <a:lnTo>
                    <a:pt x="1381619" y="409482"/>
                  </a:lnTo>
                  <a:lnTo>
                    <a:pt x="1399885" y="450530"/>
                  </a:lnTo>
                  <a:lnTo>
                    <a:pt x="1415603" y="492872"/>
                  </a:lnTo>
                  <a:lnTo>
                    <a:pt x="1428678" y="536412"/>
                  </a:lnTo>
                  <a:lnTo>
                    <a:pt x="1439013" y="581055"/>
                  </a:lnTo>
                  <a:lnTo>
                    <a:pt x="1446515" y="626706"/>
                  </a:lnTo>
                  <a:lnTo>
                    <a:pt x="1451086" y="673271"/>
                  </a:lnTo>
                  <a:lnTo>
                    <a:pt x="1452631" y="720654"/>
                  </a:lnTo>
                  <a:lnTo>
                    <a:pt x="1451086" y="768038"/>
                  </a:lnTo>
                  <a:lnTo>
                    <a:pt x="1446515" y="814602"/>
                  </a:lnTo>
                  <a:lnTo>
                    <a:pt x="1439013" y="860254"/>
                  </a:lnTo>
                  <a:lnTo>
                    <a:pt x="1428678" y="904897"/>
                  </a:lnTo>
                  <a:lnTo>
                    <a:pt x="1415603" y="948437"/>
                  </a:lnTo>
                  <a:lnTo>
                    <a:pt x="1399885" y="990779"/>
                  </a:lnTo>
                  <a:lnTo>
                    <a:pt x="1381619" y="1031827"/>
                  </a:lnTo>
                  <a:lnTo>
                    <a:pt x="1360901" y="1071488"/>
                  </a:lnTo>
                  <a:lnTo>
                    <a:pt x="1337828" y="1109665"/>
                  </a:lnTo>
                  <a:lnTo>
                    <a:pt x="1312494" y="1146264"/>
                  </a:lnTo>
                  <a:lnTo>
                    <a:pt x="1284995" y="1181190"/>
                  </a:lnTo>
                  <a:lnTo>
                    <a:pt x="1255428" y="1214348"/>
                  </a:lnTo>
                  <a:lnTo>
                    <a:pt x="1223887" y="1245643"/>
                  </a:lnTo>
                  <a:lnTo>
                    <a:pt x="1190468" y="1274981"/>
                  </a:lnTo>
                  <a:lnTo>
                    <a:pt x="1155268" y="1302265"/>
                  </a:lnTo>
                  <a:lnTo>
                    <a:pt x="1118381" y="1327401"/>
                  </a:lnTo>
                  <a:lnTo>
                    <a:pt x="1079904" y="1350295"/>
                  </a:lnTo>
                  <a:lnTo>
                    <a:pt x="1039932" y="1370851"/>
                  </a:lnTo>
                  <a:lnTo>
                    <a:pt x="998561" y="1388974"/>
                  </a:lnTo>
                  <a:lnTo>
                    <a:pt x="955887" y="1404570"/>
                  </a:lnTo>
                  <a:lnTo>
                    <a:pt x="912005" y="1417543"/>
                  </a:lnTo>
                  <a:lnTo>
                    <a:pt x="867011" y="1427798"/>
                  </a:lnTo>
                  <a:lnTo>
                    <a:pt x="821001" y="1435241"/>
                  </a:lnTo>
                  <a:lnTo>
                    <a:pt x="774070" y="1439777"/>
                  </a:lnTo>
                  <a:lnTo>
                    <a:pt x="726315" y="14413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237055" y="4510092"/>
              <a:ext cx="952500" cy="1056005"/>
            </a:xfrm>
            <a:custGeom>
              <a:avLst/>
              <a:gdLst/>
              <a:ahLst/>
              <a:cxnLst/>
              <a:rect l="l" t="t" r="r" b="b"/>
              <a:pathLst>
                <a:path w="952500" h="1056004">
                  <a:moveTo>
                    <a:pt x="628750" y="921049"/>
                  </a:moveTo>
                  <a:lnTo>
                    <a:pt x="323662" y="921049"/>
                  </a:lnTo>
                  <a:lnTo>
                    <a:pt x="317791" y="915969"/>
                  </a:lnTo>
                  <a:lnTo>
                    <a:pt x="317791" y="778809"/>
                  </a:lnTo>
                  <a:lnTo>
                    <a:pt x="315712" y="758489"/>
                  </a:lnTo>
                  <a:lnTo>
                    <a:pt x="309497" y="739439"/>
                  </a:lnTo>
                  <a:lnTo>
                    <a:pt x="299172" y="722929"/>
                  </a:lnTo>
                  <a:lnTo>
                    <a:pt x="284767" y="707689"/>
                  </a:lnTo>
                  <a:lnTo>
                    <a:pt x="247365" y="670859"/>
                  </a:lnTo>
                  <a:lnTo>
                    <a:pt x="217434" y="627679"/>
                  </a:lnTo>
                  <a:lnTo>
                    <a:pt x="195456" y="580689"/>
                  </a:lnTo>
                  <a:lnTo>
                    <a:pt x="181915" y="529889"/>
                  </a:lnTo>
                  <a:lnTo>
                    <a:pt x="177295" y="477819"/>
                  </a:lnTo>
                  <a:lnTo>
                    <a:pt x="181214" y="429559"/>
                  </a:lnTo>
                  <a:lnTo>
                    <a:pt x="192560" y="382569"/>
                  </a:lnTo>
                  <a:lnTo>
                    <a:pt x="210710" y="339389"/>
                  </a:lnTo>
                  <a:lnTo>
                    <a:pt x="235046" y="300019"/>
                  </a:lnTo>
                  <a:lnTo>
                    <a:pt x="264946" y="265729"/>
                  </a:lnTo>
                  <a:lnTo>
                    <a:pt x="299791" y="235249"/>
                  </a:lnTo>
                  <a:lnTo>
                    <a:pt x="338960" y="211119"/>
                  </a:lnTo>
                  <a:lnTo>
                    <a:pt x="381832" y="193339"/>
                  </a:lnTo>
                  <a:lnTo>
                    <a:pt x="427787" y="181909"/>
                  </a:lnTo>
                  <a:lnTo>
                    <a:pt x="476206" y="178099"/>
                  </a:lnTo>
                  <a:lnTo>
                    <a:pt x="524630" y="181909"/>
                  </a:lnTo>
                  <a:lnTo>
                    <a:pt x="570588" y="193339"/>
                  </a:lnTo>
                  <a:lnTo>
                    <a:pt x="595087" y="203499"/>
                  </a:lnTo>
                  <a:lnTo>
                    <a:pt x="476184" y="203499"/>
                  </a:lnTo>
                  <a:lnTo>
                    <a:pt x="427224" y="208579"/>
                  </a:lnTo>
                  <a:lnTo>
                    <a:pt x="381118" y="221279"/>
                  </a:lnTo>
                  <a:lnTo>
                    <a:pt x="338642" y="241599"/>
                  </a:lnTo>
                  <a:lnTo>
                    <a:pt x="300571" y="268269"/>
                  </a:lnTo>
                  <a:lnTo>
                    <a:pt x="267682" y="301289"/>
                  </a:lnTo>
                  <a:lnTo>
                    <a:pt x="240751" y="339389"/>
                  </a:lnTo>
                  <a:lnTo>
                    <a:pt x="220553" y="382569"/>
                  </a:lnTo>
                  <a:lnTo>
                    <a:pt x="207866" y="428289"/>
                  </a:lnTo>
                  <a:lnTo>
                    <a:pt x="203464" y="477819"/>
                  </a:lnTo>
                  <a:lnTo>
                    <a:pt x="207681" y="526079"/>
                  </a:lnTo>
                  <a:lnTo>
                    <a:pt x="220037" y="571799"/>
                  </a:lnTo>
                  <a:lnTo>
                    <a:pt x="240091" y="614979"/>
                  </a:lnTo>
                  <a:lnTo>
                    <a:pt x="267402" y="654349"/>
                  </a:lnTo>
                  <a:lnTo>
                    <a:pt x="317981" y="705149"/>
                  </a:lnTo>
                  <a:lnTo>
                    <a:pt x="330502" y="722929"/>
                  </a:lnTo>
                  <a:lnTo>
                    <a:pt x="338991" y="744519"/>
                  </a:lnTo>
                  <a:lnTo>
                    <a:pt x="343349" y="766109"/>
                  </a:lnTo>
                  <a:lnTo>
                    <a:pt x="635920" y="766109"/>
                  </a:lnTo>
                  <a:lnTo>
                    <a:pt x="634621" y="778809"/>
                  </a:lnTo>
                  <a:lnTo>
                    <a:pt x="634621" y="792779"/>
                  </a:lnTo>
                  <a:lnTo>
                    <a:pt x="343982" y="792779"/>
                  </a:lnTo>
                  <a:lnTo>
                    <a:pt x="343982" y="895649"/>
                  </a:lnTo>
                  <a:lnTo>
                    <a:pt x="634621" y="895649"/>
                  </a:lnTo>
                  <a:lnTo>
                    <a:pt x="634621" y="915969"/>
                  </a:lnTo>
                  <a:lnTo>
                    <a:pt x="628750" y="921049"/>
                  </a:lnTo>
                  <a:close/>
                </a:path>
                <a:path w="952500" h="1056004">
                  <a:moveTo>
                    <a:pt x="635920" y="766109"/>
                  </a:moveTo>
                  <a:lnTo>
                    <a:pt x="609041" y="766109"/>
                  </a:lnTo>
                  <a:lnTo>
                    <a:pt x="613399" y="744519"/>
                  </a:lnTo>
                  <a:lnTo>
                    <a:pt x="621888" y="722929"/>
                  </a:lnTo>
                  <a:lnTo>
                    <a:pt x="634409" y="705149"/>
                  </a:lnTo>
                  <a:lnTo>
                    <a:pt x="684965" y="654349"/>
                  </a:lnTo>
                  <a:lnTo>
                    <a:pt x="712277" y="614979"/>
                  </a:lnTo>
                  <a:lnTo>
                    <a:pt x="732331" y="571799"/>
                  </a:lnTo>
                  <a:lnTo>
                    <a:pt x="744687" y="526079"/>
                  </a:lnTo>
                  <a:lnTo>
                    <a:pt x="748904" y="477819"/>
                  </a:lnTo>
                  <a:lnTo>
                    <a:pt x="744615" y="429559"/>
                  </a:lnTo>
                  <a:lnTo>
                    <a:pt x="744502" y="428289"/>
                  </a:lnTo>
                  <a:lnTo>
                    <a:pt x="731814" y="382569"/>
                  </a:lnTo>
                  <a:lnTo>
                    <a:pt x="711617" y="339389"/>
                  </a:lnTo>
                  <a:lnTo>
                    <a:pt x="684686" y="301289"/>
                  </a:lnTo>
                  <a:lnTo>
                    <a:pt x="651797" y="268269"/>
                  </a:lnTo>
                  <a:lnTo>
                    <a:pt x="613726" y="241599"/>
                  </a:lnTo>
                  <a:lnTo>
                    <a:pt x="571250" y="221279"/>
                  </a:lnTo>
                  <a:lnTo>
                    <a:pt x="525144" y="208579"/>
                  </a:lnTo>
                  <a:lnTo>
                    <a:pt x="476184" y="203499"/>
                  </a:lnTo>
                  <a:lnTo>
                    <a:pt x="595087" y="203499"/>
                  </a:lnTo>
                  <a:lnTo>
                    <a:pt x="652630" y="235249"/>
                  </a:lnTo>
                  <a:lnTo>
                    <a:pt x="687473" y="265729"/>
                  </a:lnTo>
                  <a:lnTo>
                    <a:pt x="717372" y="300019"/>
                  </a:lnTo>
                  <a:lnTo>
                    <a:pt x="741705" y="339389"/>
                  </a:lnTo>
                  <a:lnTo>
                    <a:pt x="759854" y="382569"/>
                  </a:lnTo>
                  <a:lnTo>
                    <a:pt x="771198" y="429559"/>
                  </a:lnTo>
                  <a:lnTo>
                    <a:pt x="775117" y="477819"/>
                  </a:lnTo>
                  <a:lnTo>
                    <a:pt x="770496" y="529889"/>
                  </a:lnTo>
                  <a:lnTo>
                    <a:pt x="756955" y="580689"/>
                  </a:lnTo>
                  <a:lnTo>
                    <a:pt x="734978" y="627679"/>
                  </a:lnTo>
                  <a:lnTo>
                    <a:pt x="705047" y="670859"/>
                  </a:lnTo>
                  <a:lnTo>
                    <a:pt x="667644" y="707689"/>
                  </a:lnTo>
                  <a:lnTo>
                    <a:pt x="653240" y="722929"/>
                  </a:lnTo>
                  <a:lnTo>
                    <a:pt x="642915" y="739439"/>
                  </a:lnTo>
                  <a:lnTo>
                    <a:pt x="636699" y="758489"/>
                  </a:lnTo>
                  <a:lnTo>
                    <a:pt x="635920" y="766109"/>
                  </a:lnTo>
                  <a:close/>
                </a:path>
                <a:path w="952500" h="1056004">
                  <a:moveTo>
                    <a:pt x="420549" y="651809"/>
                  </a:moveTo>
                  <a:lnTo>
                    <a:pt x="414590" y="651809"/>
                  </a:lnTo>
                  <a:lnTo>
                    <a:pt x="408544" y="650539"/>
                  </a:lnTo>
                  <a:lnTo>
                    <a:pt x="367052" y="626409"/>
                  </a:lnTo>
                  <a:lnTo>
                    <a:pt x="349824" y="592119"/>
                  </a:lnTo>
                  <a:lnTo>
                    <a:pt x="349738" y="590849"/>
                  </a:lnTo>
                  <a:lnTo>
                    <a:pt x="354175" y="578149"/>
                  </a:lnTo>
                  <a:lnTo>
                    <a:pt x="355222" y="575609"/>
                  </a:lnTo>
                  <a:lnTo>
                    <a:pt x="358026" y="569259"/>
                  </a:lnTo>
                  <a:lnTo>
                    <a:pt x="358944" y="562909"/>
                  </a:lnTo>
                  <a:lnTo>
                    <a:pt x="331126" y="533699"/>
                  </a:lnTo>
                  <a:lnTo>
                    <a:pt x="329053" y="533699"/>
                  </a:lnTo>
                  <a:lnTo>
                    <a:pt x="315382" y="531159"/>
                  </a:lnTo>
                  <a:lnTo>
                    <a:pt x="304204" y="523539"/>
                  </a:lnTo>
                  <a:lnTo>
                    <a:pt x="296659" y="512109"/>
                  </a:lnTo>
                  <a:lnTo>
                    <a:pt x="293891" y="498139"/>
                  </a:lnTo>
                  <a:lnTo>
                    <a:pt x="293891" y="457499"/>
                  </a:lnTo>
                  <a:lnTo>
                    <a:pt x="296659" y="443529"/>
                  </a:lnTo>
                  <a:lnTo>
                    <a:pt x="304204" y="432099"/>
                  </a:lnTo>
                  <a:lnTo>
                    <a:pt x="315382" y="424479"/>
                  </a:lnTo>
                  <a:lnTo>
                    <a:pt x="329053" y="421939"/>
                  </a:lnTo>
                  <a:lnTo>
                    <a:pt x="331126" y="421939"/>
                  </a:lnTo>
                  <a:lnTo>
                    <a:pt x="338281" y="420669"/>
                  </a:lnTo>
                  <a:lnTo>
                    <a:pt x="358974" y="392729"/>
                  </a:lnTo>
                  <a:lnTo>
                    <a:pt x="358051" y="386379"/>
                  </a:lnTo>
                  <a:lnTo>
                    <a:pt x="355244" y="380029"/>
                  </a:lnTo>
                  <a:lnTo>
                    <a:pt x="354218" y="377489"/>
                  </a:lnTo>
                  <a:lnTo>
                    <a:pt x="349769" y="364789"/>
                  </a:lnTo>
                  <a:lnTo>
                    <a:pt x="350710" y="350819"/>
                  </a:lnTo>
                  <a:lnTo>
                    <a:pt x="356619" y="339389"/>
                  </a:lnTo>
                  <a:lnTo>
                    <a:pt x="367074" y="329229"/>
                  </a:lnTo>
                  <a:lnTo>
                    <a:pt x="403044" y="308909"/>
                  </a:lnTo>
                  <a:lnTo>
                    <a:pt x="409360" y="306369"/>
                  </a:lnTo>
                  <a:lnTo>
                    <a:pt x="416020" y="303829"/>
                  </a:lnTo>
                  <a:lnTo>
                    <a:pt x="422859" y="303829"/>
                  </a:lnTo>
                  <a:lnTo>
                    <a:pt x="456389" y="329229"/>
                  </a:lnTo>
                  <a:lnTo>
                    <a:pt x="458181" y="330499"/>
                  </a:lnTo>
                  <a:lnTo>
                    <a:pt x="418279" y="330499"/>
                  </a:lnTo>
                  <a:lnTo>
                    <a:pt x="376067" y="354629"/>
                  </a:lnTo>
                  <a:lnTo>
                    <a:pt x="374561" y="360979"/>
                  </a:lnTo>
                  <a:lnTo>
                    <a:pt x="378009" y="366059"/>
                  </a:lnTo>
                  <a:lnTo>
                    <a:pt x="383498" y="380029"/>
                  </a:lnTo>
                  <a:lnTo>
                    <a:pt x="377878" y="419399"/>
                  </a:lnTo>
                  <a:lnTo>
                    <a:pt x="345287" y="446069"/>
                  </a:lnTo>
                  <a:lnTo>
                    <a:pt x="331214" y="447339"/>
                  </a:lnTo>
                  <a:lnTo>
                    <a:pt x="324186" y="447339"/>
                  </a:lnTo>
                  <a:lnTo>
                    <a:pt x="320170" y="452419"/>
                  </a:lnTo>
                  <a:lnTo>
                    <a:pt x="320170" y="503219"/>
                  </a:lnTo>
                  <a:lnTo>
                    <a:pt x="324273" y="507029"/>
                  </a:lnTo>
                  <a:lnTo>
                    <a:pt x="331214" y="507029"/>
                  </a:lnTo>
                  <a:lnTo>
                    <a:pt x="345274" y="509569"/>
                  </a:lnTo>
                  <a:lnTo>
                    <a:pt x="357885" y="514649"/>
                  </a:lnTo>
                  <a:lnTo>
                    <a:pt x="368647" y="523539"/>
                  </a:lnTo>
                  <a:lnTo>
                    <a:pt x="377158" y="534969"/>
                  </a:lnTo>
                  <a:lnTo>
                    <a:pt x="377813" y="534969"/>
                  </a:lnTo>
                  <a:lnTo>
                    <a:pt x="383383" y="548939"/>
                  </a:lnTo>
                  <a:lnTo>
                    <a:pt x="385267" y="561639"/>
                  </a:lnTo>
                  <a:lnTo>
                    <a:pt x="383467" y="575609"/>
                  </a:lnTo>
                  <a:lnTo>
                    <a:pt x="377987" y="589579"/>
                  </a:lnTo>
                  <a:lnTo>
                    <a:pt x="374495" y="594659"/>
                  </a:lnTo>
                  <a:lnTo>
                    <a:pt x="376001" y="601009"/>
                  </a:lnTo>
                  <a:lnTo>
                    <a:pt x="420396" y="626409"/>
                  </a:lnTo>
                  <a:lnTo>
                    <a:pt x="456398" y="626409"/>
                  </a:lnTo>
                  <a:lnTo>
                    <a:pt x="452088" y="631489"/>
                  </a:lnTo>
                  <a:lnTo>
                    <a:pt x="451062" y="634029"/>
                  </a:lnTo>
                  <a:lnTo>
                    <a:pt x="445260" y="641649"/>
                  </a:lnTo>
                  <a:lnTo>
                    <a:pt x="437925" y="646729"/>
                  </a:lnTo>
                  <a:lnTo>
                    <a:pt x="429530" y="650539"/>
                  </a:lnTo>
                  <a:lnTo>
                    <a:pt x="420549" y="651809"/>
                  </a:lnTo>
                  <a:close/>
                </a:path>
                <a:path w="952500" h="1056004">
                  <a:moveTo>
                    <a:pt x="523067" y="336849"/>
                  </a:moveTo>
                  <a:lnTo>
                    <a:pt x="477013" y="336849"/>
                  </a:lnTo>
                  <a:lnTo>
                    <a:pt x="484148" y="335579"/>
                  </a:lnTo>
                  <a:lnTo>
                    <a:pt x="490516" y="333039"/>
                  </a:lnTo>
                  <a:lnTo>
                    <a:pt x="495954" y="329229"/>
                  </a:lnTo>
                  <a:lnTo>
                    <a:pt x="500302" y="322879"/>
                  </a:lnTo>
                  <a:lnTo>
                    <a:pt x="501350" y="321609"/>
                  </a:lnTo>
                  <a:lnTo>
                    <a:pt x="529552" y="303829"/>
                  </a:lnTo>
                  <a:lnTo>
                    <a:pt x="536392" y="303829"/>
                  </a:lnTo>
                  <a:lnTo>
                    <a:pt x="543052" y="306369"/>
                  </a:lnTo>
                  <a:lnTo>
                    <a:pt x="549368" y="308909"/>
                  </a:lnTo>
                  <a:lnTo>
                    <a:pt x="585337" y="329229"/>
                  </a:lnTo>
                  <a:lnTo>
                    <a:pt x="586645" y="330499"/>
                  </a:lnTo>
                  <a:lnTo>
                    <a:pt x="531907" y="330499"/>
                  </a:lnTo>
                  <a:lnTo>
                    <a:pt x="527236" y="331769"/>
                  </a:lnTo>
                  <a:lnTo>
                    <a:pt x="525293" y="333039"/>
                  </a:lnTo>
                  <a:lnTo>
                    <a:pt x="523067" y="336849"/>
                  </a:lnTo>
                  <a:close/>
                </a:path>
                <a:path w="952500" h="1056004">
                  <a:moveTo>
                    <a:pt x="477319" y="363519"/>
                  </a:moveTo>
                  <a:lnTo>
                    <a:pt x="475573" y="363519"/>
                  </a:lnTo>
                  <a:lnTo>
                    <a:pt x="461541" y="360979"/>
                  </a:lnTo>
                  <a:lnTo>
                    <a:pt x="448901" y="355899"/>
                  </a:lnTo>
                  <a:lnTo>
                    <a:pt x="438078" y="348279"/>
                  </a:lnTo>
                  <a:lnTo>
                    <a:pt x="429498" y="336849"/>
                  </a:lnTo>
                  <a:lnTo>
                    <a:pt x="427271" y="333039"/>
                  </a:lnTo>
                  <a:lnTo>
                    <a:pt x="425351" y="331769"/>
                  </a:lnTo>
                  <a:lnTo>
                    <a:pt x="420702" y="330499"/>
                  </a:lnTo>
                  <a:lnTo>
                    <a:pt x="458181" y="330499"/>
                  </a:lnTo>
                  <a:lnTo>
                    <a:pt x="461765" y="333039"/>
                  </a:lnTo>
                  <a:lnTo>
                    <a:pt x="468070" y="335579"/>
                  </a:lnTo>
                  <a:lnTo>
                    <a:pt x="475158" y="336849"/>
                  </a:lnTo>
                  <a:lnTo>
                    <a:pt x="523067" y="336849"/>
                  </a:lnTo>
                  <a:lnTo>
                    <a:pt x="514547" y="348279"/>
                  </a:lnTo>
                  <a:lnTo>
                    <a:pt x="503819" y="355899"/>
                  </a:lnTo>
                  <a:lnTo>
                    <a:pt x="491278" y="360979"/>
                  </a:lnTo>
                  <a:lnTo>
                    <a:pt x="477319" y="363519"/>
                  </a:lnTo>
                  <a:close/>
                </a:path>
                <a:path w="952500" h="1056004">
                  <a:moveTo>
                    <a:pt x="585315" y="626409"/>
                  </a:moveTo>
                  <a:lnTo>
                    <a:pt x="532016" y="626409"/>
                  </a:lnTo>
                  <a:lnTo>
                    <a:pt x="576541" y="601009"/>
                  </a:lnTo>
                  <a:lnTo>
                    <a:pt x="578004" y="594659"/>
                  </a:lnTo>
                  <a:lnTo>
                    <a:pt x="574511" y="589579"/>
                  </a:lnTo>
                  <a:lnTo>
                    <a:pt x="569023" y="575609"/>
                  </a:lnTo>
                  <a:lnTo>
                    <a:pt x="567219" y="562909"/>
                  </a:lnTo>
                  <a:lnTo>
                    <a:pt x="569094" y="548939"/>
                  </a:lnTo>
                  <a:lnTo>
                    <a:pt x="594575" y="514649"/>
                  </a:lnTo>
                  <a:lnTo>
                    <a:pt x="621263" y="507029"/>
                  </a:lnTo>
                  <a:lnTo>
                    <a:pt x="628204" y="507029"/>
                  </a:lnTo>
                  <a:lnTo>
                    <a:pt x="632308" y="503219"/>
                  </a:lnTo>
                  <a:lnTo>
                    <a:pt x="632395" y="452419"/>
                  </a:lnTo>
                  <a:lnTo>
                    <a:pt x="628291" y="447339"/>
                  </a:lnTo>
                  <a:lnTo>
                    <a:pt x="621351" y="447339"/>
                  </a:lnTo>
                  <a:lnTo>
                    <a:pt x="607290" y="446069"/>
                  </a:lnTo>
                  <a:lnTo>
                    <a:pt x="575406" y="420669"/>
                  </a:lnTo>
                  <a:lnTo>
                    <a:pt x="567276" y="392729"/>
                  </a:lnTo>
                  <a:lnTo>
                    <a:pt x="569076" y="380029"/>
                  </a:lnTo>
                  <a:lnTo>
                    <a:pt x="574555" y="366059"/>
                  </a:lnTo>
                  <a:lnTo>
                    <a:pt x="578091" y="359709"/>
                  </a:lnTo>
                  <a:lnTo>
                    <a:pt x="576607" y="354629"/>
                  </a:lnTo>
                  <a:lnTo>
                    <a:pt x="534307" y="330499"/>
                  </a:lnTo>
                  <a:lnTo>
                    <a:pt x="586645" y="330499"/>
                  </a:lnTo>
                  <a:lnTo>
                    <a:pt x="595802" y="339389"/>
                  </a:lnTo>
                  <a:lnTo>
                    <a:pt x="601712" y="350819"/>
                  </a:lnTo>
                  <a:lnTo>
                    <a:pt x="602569" y="363519"/>
                  </a:lnTo>
                  <a:lnTo>
                    <a:pt x="602654" y="364789"/>
                  </a:lnTo>
                  <a:lnTo>
                    <a:pt x="598215" y="377489"/>
                  </a:lnTo>
                  <a:lnTo>
                    <a:pt x="597167" y="380029"/>
                  </a:lnTo>
                  <a:lnTo>
                    <a:pt x="594363" y="386379"/>
                  </a:lnTo>
                  <a:lnTo>
                    <a:pt x="593446" y="392729"/>
                  </a:lnTo>
                  <a:lnTo>
                    <a:pt x="621263" y="421939"/>
                  </a:lnTo>
                  <a:lnTo>
                    <a:pt x="623315" y="421939"/>
                  </a:lnTo>
                  <a:lnTo>
                    <a:pt x="636986" y="424479"/>
                  </a:lnTo>
                  <a:lnTo>
                    <a:pt x="648164" y="432099"/>
                  </a:lnTo>
                  <a:lnTo>
                    <a:pt x="655709" y="443529"/>
                  </a:lnTo>
                  <a:lnTo>
                    <a:pt x="658477" y="457499"/>
                  </a:lnTo>
                  <a:lnTo>
                    <a:pt x="658477" y="498139"/>
                  </a:lnTo>
                  <a:lnTo>
                    <a:pt x="655709" y="512109"/>
                  </a:lnTo>
                  <a:lnTo>
                    <a:pt x="648164" y="523539"/>
                  </a:lnTo>
                  <a:lnTo>
                    <a:pt x="636986" y="531159"/>
                  </a:lnTo>
                  <a:lnTo>
                    <a:pt x="623315" y="533699"/>
                  </a:lnTo>
                  <a:lnTo>
                    <a:pt x="621242" y="533699"/>
                  </a:lnTo>
                  <a:lnTo>
                    <a:pt x="614099" y="534969"/>
                  </a:lnTo>
                  <a:lnTo>
                    <a:pt x="593416" y="562909"/>
                  </a:lnTo>
                  <a:lnTo>
                    <a:pt x="594338" y="569259"/>
                  </a:lnTo>
                  <a:lnTo>
                    <a:pt x="597145" y="575609"/>
                  </a:lnTo>
                  <a:lnTo>
                    <a:pt x="598171" y="578149"/>
                  </a:lnTo>
                  <a:lnTo>
                    <a:pt x="602620" y="590849"/>
                  </a:lnTo>
                  <a:lnTo>
                    <a:pt x="601680" y="604819"/>
                  </a:lnTo>
                  <a:lnTo>
                    <a:pt x="595771" y="616249"/>
                  </a:lnTo>
                  <a:lnTo>
                    <a:pt x="585315" y="626409"/>
                  </a:lnTo>
                  <a:close/>
                </a:path>
                <a:path w="952500" h="1056004">
                  <a:moveTo>
                    <a:pt x="485070" y="546399"/>
                  </a:moveTo>
                  <a:lnTo>
                    <a:pt x="476315" y="546399"/>
                  </a:lnTo>
                  <a:lnTo>
                    <a:pt x="458740" y="545129"/>
                  </a:lnTo>
                  <a:lnTo>
                    <a:pt x="416620" y="512109"/>
                  </a:lnTo>
                  <a:lnTo>
                    <a:pt x="407598" y="475279"/>
                  </a:lnTo>
                  <a:lnTo>
                    <a:pt x="407519" y="472739"/>
                  </a:lnTo>
                  <a:lnTo>
                    <a:pt x="421594" y="435909"/>
                  </a:lnTo>
                  <a:lnTo>
                    <a:pt x="454182" y="411779"/>
                  </a:lnTo>
                  <a:lnTo>
                    <a:pt x="467224" y="409239"/>
                  </a:lnTo>
                  <a:lnTo>
                    <a:pt x="480610" y="409239"/>
                  </a:lnTo>
                  <a:lnTo>
                    <a:pt x="518112" y="423209"/>
                  </a:lnTo>
                  <a:lnTo>
                    <a:pt x="529640" y="434639"/>
                  </a:lnTo>
                  <a:lnTo>
                    <a:pt x="468763" y="434639"/>
                  </a:lnTo>
                  <a:lnTo>
                    <a:pt x="461473" y="437179"/>
                  </a:lnTo>
                  <a:lnTo>
                    <a:pt x="435041" y="466389"/>
                  </a:lnTo>
                  <a:lnTo>
                    <a:pt x="433662" y="475279"/>
                  </a:lnTo>
                  <a:lnTo>
                    <a:pt x="433928" y="482899"/>
                  </a:lnTo>
                  <a:lnTo>
                    <a:pt x="465178" y="518459"/>
                  </a:lnTo>
                  <a:lnTo>
                    <a:pt x="481482" y="519729"/>
                  </a:lnTo>
                  <a:lnTo>
                    <a:pt x="531065" y="519729"/>
                  </a:lnTo>
                  <a:lnTo>
                    <a:pt x="510604" y="537509"/>
                  </a:lnTo>
                  <a:lnTo>
                    <a:pt x="502327" y="541319"/>
                  </a:lnTo>
                  <a:lnTo>
                    <a:pt x="493779" y="545129"/>
                  </a:lnTo>
                  <a:lnTo>
                    <a:pt x="485070" y="546399"/>
                  </a:lnTo>
                  <a:close/>
                </a:path>
                <a:path w="952500" h="1056004">
                  <a:moveTo>
                    <a:pt x="531065" y="519729"/>
                  </a:moveTo>
                  <a:lnTo>
                    <a:pt x="481482" y="519729"/>
                  </a:lnTo>
                  <a:lnTo>
                    <a:pt x="497487" y="514649"/>
                  </a:lnTo>
                  <a:lnTo>
                    <a:pt x="510167" y="503219"/>
                  </a:lnTo>
                  <a:lnTo>
                    <a:pt x="517329" y="489249"/>
                  </a:lnTo>
                  <a:lnTo>
                    <a:pt x="518471" y="472739"/>
                  </a:lnTo>
                  <a:lnTo>
                    <a:pt x="513092" y="456229"/>
                  </a:lnTo>
                  <a:lnTo>
                    <a:pt x="508204" y="449879"/>
                  </a:lnTo>
                  <a:lnTo>
                    <a:pt x="502157" y="443529"/>
                  </a:lnTo>
                  <a:lnTo>
                    <a:pt x="495112" y="439719"/>
                  </a:lnTo>
                  <a:lnTo>
                    <a:pt x="487228" y="435909"/>
                  </a:lnTo>
                  <a:lnTo>
                    <a:pt x="483561" y="435909"/>
                  </a:lnTo>
                  <a:lnTo>
                    <a:pt x="479851" y="434639"/>
                  </a:lnTo>
                  <a:lnTo>
                    <a:pt x="529640" y="434639"/>
                  </a:lnTo>
                  <a:lnTo>
                    <a:pt x="535792" y="443529"/>
                  </a:lnTo>
                  <a:lnTo>
                    <a:pt x="544477" y="468929"/>
                  </a:lnTo>
                  <a:lnTo>
                    <a:pt x="542629" y="495599"/>
                  </a:lnTo>
                  <a:lnTo>
                    <a:pt x="531065" y="519729"/>
                  </a:lnTo>
                  <a:close/>
                </a:path>
                <a:path w="952500" h="1056004">
                  <a:moveTo>
                    <a:pt x="456398" y="626409"/>
                  </a:moveTo>
                  <a:lnTo>
                    <a:pt x="420396" y="626409"/>
                  </a:lnTo>
                  <a:lnTo>
                    <a:pt x="426005" y="625139"/>
                  </a:lnTo>
                  <a:lnTo>
                    <a:pt x="429454" y="618789"/>
                  </a:lnTo>
                  <a:lnTo>
                    <a:pt x="437974" y="607359"/>
                  </a:lnTo>
                  <a:lnTo>
                    <a:pt x="448702" y="599739"/>
                  </a:lnTo>
                  <a:lnTo>
                    <a:pt x="461243" y="594659"/>
                  </a:lnTo>
                  <a:lnTo>
                    <a:pt x="475202" y="592119"/>
                  </a:lnTo>
                  <a:lnTo>
                    <a:pt x="477275" y="592119"/>
                  </a:lnTo>
                  <a:lnTo>
                    <a:pt x="491234" y="594659"/>
                  </a:lnTo>
                  <a:lnTo>
                    <a:pt x="503775" y="599739"/>
                  </a:lnTo>
                  <a:lnTo>
                    <a:pt x="514503" y="607359"/>
                  </a:lnTo>
                  <a:lnTo>
                    <a:pt x="523023" y="618789"/>
                  </a:lnTo>
                  <a:lnTo>
                    <a:pt x="475158" y="618789"/>
                  </a:lnTo>
                  <a:lnTo>
                    <a:pt x="468073" y="620059"/>
                  </a:lnTo>
                  <a:lnTo>
                    <a:pt x="461773" y="622599"/>
                  </a:lnTo>
                  <a:lnTo>
                    <a:pt x="456398" y="626409"/>
                  </a:lnTo>
                  <a:close/>
                </a:path>
                <a:path w="952500" h="1056004">
                  <a:moveTo>
                    <a:pt x="536125" y="651809"/>
                  </a:moveTo>
                  <a:lnTo>
                    <a:pt x="522677" y="650539"/>
                  </a:lnTo>
                  <a:lnTo>
                    <a:pt x="510559" y="644189"/>
                  </a:lnTo>
                  <a:lnTo>
                    <a:pt x="501328" y="634029"/>
                  </a:lnTo>
                  <a:lnTo>
                    <a:pt x="500302" y="631489"/>
                  </a:lnTo>
                  <a:lnTo>
                    <a:pt x="496000" y="626409"/>
                  </a:lnTo>
                  <a:lnTo>
                    <a:pt x="490625" y="622599"/>
                  </a:lnTo>
                  <a:lnTo>
                    <a:pt x="484320" y="620059"/>
                  </a:lnTo>
                  <a:lnTo>
                    <a:pt x="477232" y="618789"/>
                  </a:lnTo>
                  <a:lnTo>
                    <a:pt x="523023" y="618789"/>
                  </a:lnTo>
                  <a:lnTo>
                    <a:pt x="526515" y="625139"/>
                  </a:lnTo>
                  <a:lnTo>
                    <a:pt x="532016" y="626409"/>
                  </a:lnTo>
                  <a:lnTo>
                    <a:pt x="585315" y="626409"/>
                  </a:lnTo>
                  <a:lnTo>
                    <a:pt x="549346" y="646729"/>
                  </a:lnTo>
                  <a:lnTo>
                    <a:pt x="536125" y="651809"/>
                  </a:lnTo>
                  <a:close/>
                </a:path>
                <a:path w="952500" h="1056004">
                  <a:moveTo>
                    <a:pt x="634621" y="895649"/>
                  </a:moveTo>
                  <a:lnTo>
                    <a:pt x="608430" y="895649"/>
                  </a:lnTo>
                  <a:lnTo>
                    <a:pt x="608430" y="792779"/>
                  </a:lnTo>
                  <a:lnTo>
                    <a:pt x="634621" y="792779"/>
                  </a:lnTo>
                  <a:lnTo>
                    <a:pt x="634621" y="895649"/>
                  </a:lnTo>
                  <a:close/>
                </a:path>
                <a:path w="952500" h="1056004">
                  <a:moveTo>
                    <a:pt x="476206" y="1055669"/>
                  </a:moveTo>
                  <a:lnTo>
                    <a:pt x="433304" y="1048049"/>
                  </a:lnTo>
                  <a:lnTo>
                    <a:pt x="398229" y="1023919"/>
                  </a:lnTo>
                  <a:lnTo>
                    <a:pt x="374559" y="988359"/>
                  </a:lnTo>
                  <a:lnTo>
                    <a:pt x="365874" y="945179"/>
                  </a:lnTo>
                  <a:lnTo>
                    <a:pt x="365874" y="937559"/>
                  </a:lnTo>
                  <a:lnTo>
                    <a:pt x="366769" y="929939"/>
                  </a:lnTo>
                  <a:lnTo>
                    <a:pt x="368471" y="921049"/>
                  </a:lnTo>
                  <a:lnTo>
                    <a:pt x="395470" y="921049"/>
                  </a:lnTo>
                  <a:lnTo>
                    <a:pt x="393200" y="928669"/>
                  </a:lnTo>
                  <a:lnTo>
                    <a:pt x="392065" y="937559"/>
                  </a:lnTo>
                  <a:lnTo>
                    <a:pt x="392065" y="945179"/>
                  </a:lnTo>
                  <a:lnTo>
                    <a:pt x="398687" y="978199"/>
                  </a:lnTo>
                  <a:lnTo>
                    <a:pt x="416735" y="1004869"/>
                  </a:lnTo>
                  <a:lnTo>
                    <a:pt x="443483" y="1022649"/>
                  </a:lnTo>
                  <a:lnTo>
                    <a:pt x="476206" y="1030269"/>
                  </a:lnTo>
                  <a:lnTo>
                    <a:pt x="544953" y="1030269"/>
                  </a:lnTo>
                  <a:lnTo>
                    <a:pt x="519108" y="1048049"/>
                  </a:lnTo>
                  <a:lnTo>
                    <a:pt x="476206" y="1055669"/>
                  </a:lnTo>
                  <a:close/>
                </a:path>
                <a:path w="952500" h="1056004">
                  <a:moveTo>
                    <a:pt x="544953" y="1030269"/>
                  </a:moveTo>
                  <a:lnTo>
                    <a:pt x="476206" y="1030269"/>
                  </a:lnTo>
                  <a:lnTo>
                    <a:pt x="508929" y="1022649"/>
                  </a:lnTo>
                  <a:lnTo>
                    <a:pt x="535677" y="1004869"/>
                  </a:lnTo>
                  <a:lnTo>
                    <a:pt x="553725" y="978199"/>
                  </a:lnTo>
                  <a:lnTo>
                    <a:pt x="560368" y="945179"/>
                  </a:lnTo>
                  <a:lnTo>
                    <a:pt x="560368" y="937559"/>
                  </a:lnTo>
                  <a:lnTo>
                    <a:pt x="559211" y="928669"/>
                  </a:lnTo>
                  <a:lnTo>
                    <a:pt x="556963" y="921049"/>
                  </a:lnTo>
                  <a:lnTo>
                    <a:pt x="583940" y="921049"/>
                  </a:lnTo>
                  <a:lnTo>
                    <a:pt x="585643" y="929939"/>
                  </a:lnTo>
                  <a:lnTo>
                    <a:pt x="586538" y="937559"/>
                  </a:lnTo>
                  <a:lnTo>
                    <a:pt x="586538" y="945179"/>
                  </a:lnTo>
                  <a:lnTo>
                    <a:pt x="577853" y="988359"/>
                  </a:lnTo>
                  <a:lnTo>
                    <a:pt x="554183" y="1023919"/>
                  </a:lnTo>
                  <a:lnTo>
                    <a:pt x="544953" y="1030269"/>
                  </a:lnTo>
                  <a:close/>
                </a:path>
                <a:path w="952500" h="1056004">
                  <a:moveTo>
                    <a:pt x="483430" y="100440"/>
                  </a:moveTo>
                  <a:lnTo>
                    <a:pt x="468981" y="100440"/>
                  </a:lnTo>
                  <a:lnTo>
                    <a:pt x="463110" y="94542"/>
                  </a:lnTo>
                  <a:lnTo>
                    <a:pt x="463110" y="5897"/>
                  </a:lnTo>
                  <a:lnTo>
                    <a:pt x="468981" y="0"/>
                  </a:lnTo>
                  <a:lnTo>
                    <a:pt x="483430" y="0"/>
                  </a:lnTo>
                  <a:lnTo>
                    <a:pt x="489302" y="5897"/>
                  </a:lnTo>
                  <a:lnTo>
                    <a:pt x="489302" y="94542"/>
                  </a:lnTo>
                  <a:lnTo>
                    <a:pt x="483430" y="100440"/>
                  </a:lnTo>
                  <a:close/>
                </a:path>
                <a:path w="952500" h="1056004">
                  <a:moveTo>
                    <a:pt x="283785" y="152841"/>
                  </a:moveTo>
                  <a:lnTo>
                    <a:pt x="277063" y="152841"/>
                  </a:lnTo>
                  <a:lnTo>
                    <a:pt x="272654" y="150473"/>
                  </a:lnTo>
                  <a:lnTo>
                    <a:pt x="229700" y="75774"/>
                  </a:lnTo>
                  <a:lnTo>
                    <a:pt x="231860" y="67727"/>
                  </a:lnTo>
                  <a:lnTo>
                    <a:pt x="244389" y="60448"/>
                  </a:lnTo>
                  <a:lnTo>
                    <a:pt x="252399" y="62618"/>
                  </a:lnTo>
                  <a:lnTo>
                    <a:pt x="296532" y="139401"/>
                  </a:lnTo>
                  <a:lnTo>
                    <a:pt x="294371" y="147448"/>
                  </a:lnTo>
                  <a:lnTo>
                    <a:pt x="286033" y="152293"/>
                  </a:lnTo>
                  <a:lnTo>
                    <a:pt x="283785" y="152841"/>
                  </a:lnTo>
                  <a:close/>
                </a:path>
                <a:path w="952500" h="1056004">
                  <a:moveTo>
                    <a:pt x="143551" y="295970"/>
                  </a:moveTo>
                  <a:lnTo>
                    <a:pt x="136807" y="295970"/>
                  </a:lnTo>
                  <a:lnTo>
                    <a:pt x="134559" y="295400"/>
                  </a:lnTo>
                  <a:lnTo>
                    <a:pt x="62335" y="253523"/>
                  </a:lnTo>
                  <a:lnTo>
                    <a:pt x="60196" y="245476"/>
                  </a:lnTo>
                  <a:lnTo>
                    <a:pt x="67421" y="232891"/>
                  </a:lnTo>
                  <a:lnTo>
                    <a:pt x="75409" y="230742"/>
                  </a:lnTo>
                  <a:lnTo>
                    <a:pt x="151867" y="275054"/>
                  </a:lnTo>
                  <a:lnTo>
                    <a:pt x="154006" y="283100"/>
                  </a:lnTo>
                  <a:lnTo>
                    <a:pt x="150405" y="289393"/>
                  </a:lnTo>
                  <a:lnTo>
                    <a:pt x="147960" y="293602"/>
                  </a:lnTo>
                  <a:lnTo>
                    <a:pt x="143551" y="295970"/>
                  </a:lnTo>
                  <a:close/>
                </a:path>
                <a:path w="952500" h="1056004">
                  <a:moveTo>
                    <a:pt x="94115" y="491523"/>
                  </a:moveTo>
                  <a:lnTo>
                    <a:pt x="5871" y="491523"/>
                  </a:lnTo>
                  <a:lnTo>
                    <a:pt x="0" y="485625"/>
                  </a:lnTo>
                  <a:lnTo>
                    <a:pt x="0" y="471110"/>
                  </a:lnTo>
                  <a:lnTo>
                    <a:pt x="5871" y="465212"/>
                  </a:lnTo>
                  <a:lnTo>
                    <a:pt x="94115" y="465212"/>
                  </a:lnTo>
                  <a:lnTo>
                    <a:pt x="99986" y="471110"/>
                  </a:lnTo>
                  <a:lnTo>
                    <a:pt x="99986" y="485625"/>
                  </a:lnTo>
                  <a:lnTo>
                    <a:pt x="94115" y="491523"/>
                  </a:lnTo>
                  <a:close/>
                </a:path>
                <a:path w="952500" h="1056004">
                  <a:moveTo>
                    <a:pt x="675393" y="152819"/>
                  </a:moveTo>
                  <a:lnTo>
                    <a:pt x="668648" y="152819"/>
                  </a:lnTo>
                  <a:lnTo>
                    <a:pt x="666400" y="152249"/>
                  </a:lnTo>
                  <a:lnTo>
                    <a:pt x="658084" y="147426"/>
                  </a:lnTo>
                  <a:lnTo>
                    <a:pt x="655945" y="139379"/>
                  </a:lnTo>
                  <a:lnTo>
                    <a:pt x="659525" y="133087"/>
                  </a:lnTo>
                  <a:lnTo>
                    <a:pt x="700035" y="62596"/>
                  </a:lnTo>
                  <a:lnTo>
                    <a:pt x="708045" y="60448"/>
                  </a:lnTo>
                  <a:lnTo>
                    <a:pt x="720573" y="67705"/>
                  </a:lnTo>
                  <a:lnTo>
                    <a:pt x="722712" y="75752"/>
                  </a:lnTo>
                  <a:lnTo>
                    <a:pt x="679802" y="150452"/>
                  </a:lnTo>
                  <a:lnTo>
                    <a:pt x="675393" y="152819"/>
                  </a:lnTo>
                  <a:close/>
                </a:path>
                <a:path w="952500" h="1056004">
                  <a:moveTo>
                    <a:pt x="815583" y="295948"/>
                  </a:moveTo>
                  <a:lnTo>
                    <a:pt x="808861" y="295948"/>
                  </a:lnTo>
                  <a:lnTo>
                    <a:pt x="804452" y="293580"/>
                  </a:lnTo>
                  <a:lnTo>
                    <a:pt x="798406" y="283078"/>
                  </a:lnTo>
                  <a:lnTo>
                    <a:pt x="800566" y="275032"/>
                  </a:lnTo>
                  <a:lnTo>
                    <a:pt x="877002" y="230698"/>
                  </a:lnTo>
                  <a:lnTo>
                    <a:pt x="885013" y="232869"/>
                  </a:lnTo>
                  <a:lnTo>
                    <a:pt x="892259" y="245454"/>
                  </a:lnTo>
                  <a:lnTo>
                    <a:pt x="890098" y="253501"/>
                  </a:lnTo>
                  <a:lnTo>
                    <a:pt x="817853" y="295400"/>
                  </a:lnTo>
                  <a:lnTo>
                    <a:pt x="815583" y="295948"/>
                  </a:lnTo>
                  <a:close/>
                </a:path>
                <a:path w="952500" h="1056004">
                  <a:moveTo>
                    <a:pt x="946541" y="491523"/>
                  </a:moveTo>
                  <a:lnTo>
                    <a:pt x="858297" y="491523"/>
                  </a:lnTo>
                  <a:lnTo>
                    <a:pt x="852426" y="485625"/>
                  </a:lnTo>
                  <a:lnTo>
                    <a:pt x="852426" y="471110"/>
                  </a:lnTo>
                  <a:lnTo>
                    <a:pt x="858297" y="465212"/>
                  </a:lnTo>
                  <a:lnTo>
                    <a:pt x="946541" y="465212"/>
                  </a:lnTo>
                  <a:lnTo>
                    <a:pt x="952412" y="471110"/>
                  </a:lnTo>
                  <a:lnTo>
                    <a:pt x="952412" y="485625"/>
                  </a:lnTo>
                  <a:lnTo>
                    <a:pt x="946541" y="4915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22269" y="7823812"/>
              <a:ext cx="110728" cy="11072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987074" y="7288631"/>
              <a:ext cx="1181100" cy="1181100"/>
            </a:xfrm>
            <a:custGeom>
              <a:avLst/>
              <a:gdLst/>
              <a:ahLst/>
              <a:cxnLst/>
              <a:rect l="l" t="t" r="r" b="b"/>
              <a:pathLst>
                <a:path w="1181100" h="1181100">
                  <a:moveTo>
                    <a:pt x="359867" y="585012"/>
                  </a:moveTo>
                  <a:lnTo>
                    <a:pt x="357098" y="579475"/>
                  </a:lnTo>
                  <a:lnTo>
                    <a:pt x="223304" y="474281"/>
                  </a:lnTo>
                  <a:lnTo>
                    <a:pt x="217766" y="469671"/>
                  </a:lnTo>
                  <a:lnTo>
                    <a:pt x="210388" y="468744"/>
                  </a:lnTo>
                  <a:lnTo>
                    <a:pt x="203923" y="472440"/>
                  </a:lnTo>
                  <a:lnTo>
                    <a:pt x="197472" y="475208"/>
                  </a:lnTo>
                  <a:lnTo>
                    <a:pt x="193776" y="481672"/>
                  </a:lnTo>
                  <a:lnTo>
                    <a:pt x="193776" y="535190"/>
                  </a:lnTo>
                  <a:lnTo>
                    <a:pt x="18453" y="535190"/>
                  </a:lnTo>
                  <a:lnTo>
                    <a:pt x="11290" y="536638"/>
                  </a:lnTo>
                  <a:lnTo>
                    <a:pt x="5422" y="540613"/>
                  </a:lnTo>
                  <a:lnTo>
                    <a:pt x="1460" y="546481"/>
                  </a:lnTo>
                  <a:lnTo>
                    <a:pt x="0" y="553643"/>
                  </a:lnTo>
                  <a:lnTo>
                    <a:pt x="1460" y="560806"/>
                  </a:lnTo>
                  <a:lnTo>
                    <a:pt x="5422" y="566674"/>
                  </a:lnTo>
                  <a:lnTo>
                    <a:pt x="11290" y="570636"/>
                  </a:lnTo>
                  <a:lnTo>
                    <a:pt x="18453" y="572096"/>
                  </a:lnTo>
                  <a:lnTo>
                    <a:pt x="212229" y="572096"/>
                  </a:lnTo>
                  <a:lnTo>
                    <a:pt x="219392" y="570636"/>
                  </a:lnTo>
                  <a:lnTo>
                    <a:pt x="225259" y="566674"/>
                  </a:lnTo>
                  <a:lnTo>
                    <a:pt x="229235" y="560806"/>
                  </a:lnTo>
                  <a:lnTo>
                    <a:pt x="230682" y="553643"/>
                  </a:lnTo>
                  <a:lnTo>
                    <a:pt x="230682" y="526884"/>
                  </a:lnTo>
                  <a:lnTo>
                    <a:pt x="311886" y="590550"/>
                  </a:lnTo>
                  <a:lnTo>
                    <a:pt x="230682" y="654215"/>
                  </a:lnTo>
                  <a:lnTo>
                    <a:pt x="230682" y="627456"/>
                  </a:lnTo>
                  <a:lnTo>
                    <a:pt x="229235" y="620293"/>
                  </a:lnTo>
                  <a:lnTo>
                    <a:pt x="225259" y="614426"/>
                  </a:lnTo>
                  <a:lnTo>
                    <a:pt x="219392" y="610463"/>
                  </a:lnTo>
                  <a:lnTo>
                    <a:pt x="212229" y="609003"/>
                  </a:lnTo>
                  <a:lnTo>
                    <a:pt x="64592" y="609003"/>
                  </a:lnTo>
                  <a:lnTo>
                    <a:pt x="57429" y="610463"/>
                  </a:lnTo>
                  <a:lnTo>
                    <a:pt x="51562" y="614426"/>
                  </a:lnTo>
                  <a:lnTo>
                    <a:pt x="47599" y="620293"/>
                  </a:lnTo>
                  <a:lnTo>
                    <a:pt x="46139" y="627456"/>
                  </a:lnTo>
                  <a:lnTo>
                    <a:pt x="47599" y="634631"/>
                  </a:lnTo>
                  <a:lnTo>
                    <a:pt x="51562" y="640499"/>
                  </a:lnTo>
                  <a:lnTo>
                    <a:pt x="57429" y="644461"/>
                  </a:lnTo>
                  <a:lnTo>
                    <a:pt x="64592" y="645909"/>
                  </a:lnTo>
                  <a:lnTo>
                    <a:pt x="193776" y="645909"/>
                  </a:lnTo>
                  <a:lnTo>
                    <a:pt x="193776" y="699439"/>
                  </a:lnTo>
                  <a:lnTo>
                    <a:pt x="197472" y="705891"/>
                  </a:lnTo>
                  <a:lnTo>
                    <a:pt x="203923" y="708660"/>
                  </a:lnTo>
                  <a:lnTo>
                    <a:pt x="209461" y="710501"/>
                  </a:lnTo>
                  <a:lnTo>
                    <a:pt x="215925" y="710501"/>
                  </a:lnTo>
                  <a:lnTo>
                    <a:pt x="220535" y="709587"/>
                  </a:lnTo>
                  <a:lnTo>
                    <a:pt x="223304" y="706818"/>
                  </a:lnTo>
                  <a:lnTo>
                    <a:pt x="357098" y="601624"/>
                  </a:lnTo>
                  <a:lnTo>
                    <a:pt x="359867" y="596087"/>
                  </a:lnTo>
                  <a:lnTo>
                    <a:pt x="359867" y="585012"/>
                  </a:lnTo>
                  <a:close/>
                </a:path>
                <a:path w="1181100" h="1181100">
                  <a:moveTo>
                    <a:pt x="498284" y="1024242"/>
                  </a:moveTo>
                  <a:lnTo>
                    <a:pt x="489051" y="1024242"/>
                  </a:lnTo>
                  <a:lnTo>
                    <a:pt x="473608" y="1022057"/>
                  </a:lnTo>
                  <a:lnTo>
                    <a:pt x="459638" y="1015822"/>
                  </a:lnTo>
                  <a:lnTo>
                    <a:pt x="447916" y="1005941"/>
                  </a:lnTo>
                  <a:lnTo>
                    <a:pt x="439229" y="992860"/>
                  </a:lnTo>
                  <a:lnTo>
                    <a:pt x="438302" y="990092"/>
                  </a:lnTo>
                  <a:lnTo>
                    <a:pt x="437375" y="988250"/>
                  </a:lnTo>
                  <a:lnTo>
                    <a:pt x="436460" y="985481"/>
                  </a:lnTo>
                  <a:lnTo>
                    <a:pt x="390766" y="964247"/>
                  </a:lnTo>
                  <a:lnTo>
                    <a:pt x="348119" y="937983"/>
                  </a:lnTo>
                  <a:lnTo>
                    <a:pt x="308927" y="907059"/>
                  </a:lnTo>
                  <a:lnTo>
                    <a:pt x="273659" y="871880"/>
                  </a:lnTo>
                  <a:lnTo>
                    <a:pt x="242722" y="832827"/>
                  </a:lnTo>
                  <a:lnTo>
                    <a:pt x="216560" y="790282"/>
                  </a:lnTo>
                  <a:lnTo>
                    <a:pt x="195618" y="744651"/>
                  </a:lnTo>
                  <a:lnTo>
                    <a:pt x="192849" y="743724"/>
                  </a:lnTo>
                  <a:lnTo>
                    <a:pt x="191008" y="742797"/>
                  </a:lnTo>
                  <a:lnTo>
                    <a:pt x="188239" y="741883"/>
                  </a:lnTo>
                  <a:lnTo>
                    <a:pt x="175158" y="733183"/>
                  </a:lnTo>
                  <a:lnTo>
                    <a:pt x="165290" y="721461"/>
                  </a:lnTo>
                  <a:lnTo>
                    <a:pt x="159042" y="707491"/>
                  </a:lnTo>
                  <a:lnTo>
                    <a:pt x="156870" y="692048"/>
                  </a:lnTo>
                  <a:lnTo>
                    <a:pt x="156870" y="682828"/>
                  </a:lnTo>
                  <a:lnTo>
                    <a:pt x="138417" y="682828"/>
                  </a:lnTo>
                  <a:lnTo>
                    <a:pt x="151041" y="731139"/>
                  </a:lnTo>
                  <a:lnTo>
                    <a:pt x="168579" y="777227"/>
                  </a:lnTo>
                  <a:lnTo>
                    <a:pt x="190741" y="820801"/>
                  </a:lnTo>
                  <a:lnTo>
                    <a:pt x="217208" y="861555"/>
                  </a:lnTo>
                  <a:lnTo>
                    <a:pt x="247700" y="899185"/>
                  </a:lnTo>
                  <a:lnTo>
                    <a:pt x="281914" y="933399"/>
                  </a:lnTo>
                  <a:lnTo>
                    <a:pt x="319544" y="963891"/>
                  </a:lnTo>
                  <a:lnTo>
                    <a:pt x="360299" y="990371"/>
                  </a:lnTo>
                  <a:lnTo>
                    <a:pt x="403872" y="1012520"/>
                  </a:lnTo>
                  <a:lnTo>
                    <a:pt x="449961" y="1030071"/>
                  </a:lnTo>
                  <a:lnTo>
                    <a:pt x="498284" y="1042695"/>
                  </a:lnTo>
                  <a:lnTo>
                    <a:pt x="498284" y="1024242"/>
                  </a:lnTo>
                  <a:close/>
                </a:path>
                <a:path w="1181100" h="1181100">
                  <a:moveTo>
                    <a:pt x="711428" y="970711"/>
                  </a:moveTo>
                  <a:lnTo>
                    <a:pt x="605320" y="828611"/>
                  </a:lnTo>
                  <a:lnTo>
                    <a:pt x="590664" y="821690"/>
                  </a:lnTo>
                  <a:lnTo>
                    <a:pt x="582866" y="823429"/>
                  </a:lnTo>
                  <a:lnTo>
                    <a:pt x="576707" y="828611"/>
                  </a:lnTo>
                  <a:lnTo>
                    <a:pt x="475208" y="957795"/>
                  </a:lnTo>
                  <a:lnTo>
                    <a:pt x="470598" y="963333"/>
                  </a:lnTo>
                  <a:lnTo>
                    <a:pt x="469671" y="970711"/>
                  </a:lnTo>
                  <a:lnTo>
                    <a:pt x="473367" y="977176"/>
                  </a:lnTo>
                  <a:lnTo>
                    <a:pt x="476135" y="983640"/>
                  </a:lnTo>
                  <a:lnTo>
                    <a:pt x="482587" y="987323"/>
                  </a:lnTo>
                  <a:lnTo>
                    <a:pt x="536117" y="987323"/>
                  </a:lnTo>
                  <a:lnTo>
                    <a:pt x="536117" y="1162646"/>
                  </a:lnTo>
                  <a:lnTo>
                    <a:pt x="537565" y="1169809"/>
                  </a:lnTo>
                  <a:lnTo>
                    <a:pt x="541528" y="1175677"/>
                  </a:lnTo>
                  <a:lnTo>
                    <a:pt x="547395" y="1179639"/>
                  </a:lnTo>
                  <a:lnTo>
                    <a:pt x="554570" y="1181100"/>
                  </a:lnTo>
                  <a:lnTo>
                    <a:pt x="561733" y="1179639"/>
                  </a:lnTo>
                  <a:lnTo>
                    <a:pt x="567601" y="1175677"/>
                  </a:lnTo>
                  <a:lnTo>
                    <a:pt x="571563" y="1169809"/>
                  </a:lnTo>
                  <a:lnTo>
                    <a:pt x="573024" y="1162646"/>
                  </a:lnTo>
                  <a:lnTo>
                    <a:pt x="573024" y="968870"/>
                  </a:lnTo>
                  <a:lnTo>
                    <a:pt x="571563" y="961707"/>
                  </a:lnTo>
                  <a:lnTo>
                    <a:pt x="567601" y="955840"/>
                  </a:lnTo>
                  <a:lnTo>
                    <a:pt x="561733" y="951877"/>
                  </a:lnTo>
                  <a:lnTo>
                    <a:pt x="554570" y="950417"/>
                  </a:lnTo>
                  <a:lnTo>
                    <a:pt x="527812" y="950417"/>
                  </a:lnTo>
                  <a:lnTo>
                    <a:pt x="591477" y="869213"/>
                  </a:lnTo>
                  <a:lnTo>
                    <a:pt x="655142" y="950417"/>
                  </a:lnTo>
                  <a:lnTo>
                    <a:pt x="627456" y="950417"/>
                  </a:lnTo>
                  <a:lnTo>
                    <a:pt x="620293" y="951877"/>
                  </a:lnTo>
                  <a:lnTo>
                    <a:pt x="614426" y="955840"/>
                  </a:lnTo>
                  <a:lnTo>
                    <a:pt x="610463" y="961707"/>
                  </a:lnTo>
                  <a:lnTo>
                    <a:pt x="609003" y="968870"/>
                  </a:lnTo>
                  <a:lnTo>
                    <a:pt x="609003" y="1116507"/>
                  </a:lnTo>
                  <a:lnTo>
                    <a:pt x="610463" y="1123670"/>
                  </a:lnTo>
                  <a:lnTo>
                    <a:pt x="614426" y="1129538"/>
                  </a:lnTo>
                  <a:lnTo>
                    <a:pt x="620293" y="1133513"/>
                  </a:lnTo>
                  <a:lnTo>
                    <a:pt x="627456" y="1134960"/>
                  </a:lnTo>
                  <a:lnTo>
                    <a:pt x="634631" y="1133513"/>
                  </a:lnTo>
                  <a:lnTo>
                    <a:pt x="640499" y="1129538"/>
                  </a:lnTo>
                  <a:lnTo>
                    <a:pt x="644461" y="1123670"/>
                  </a:lnTo>
                  <a:lnTo>
                    <a:pt x="645922" y="1116507"/>
                  </a:lnTo>
                  <a:lnTo>
                    <a:pt x="645922" y="987323"/>
                  </a:lnTo>
                  <a:lnTo>
                    <a:pt x="699439" y="987323"/>
                  </a:lnTo>
                  <a:lnTo>
                    <a:pt x="705891" y="983640"/>
                  </a:lnTo>
                  <a:lnTo>
                    <a:pt x="711428" y="970711"/>
                  </a:lnTo>
                  <a:close/>
                </a:path>
                <a:path w="1181100" h="1181100">
                  <a:moveTo>
                    <a:pt x="712355" y="210388"/>
                  </a:moveTo>
                  <a:lnTo>
                    <a:pt x="708660" y="203923"/>
                  </a:lnTo>
                  <a:lnTo>
                    <a:pt x="705891" y="197472"/>
                  </a:lnTo>
                  <a:lnTo>
                    <a:pt x="699439" y="193776"/>
                  </a:lnTo>
                  <a:lnTo>
                    <a:pt x="645922" y="193776"/>
                  </a:lnTo>
                  <a:lnTo>
                    <a:pt x="645922" y="64592"/>
                  </a:lnTo>
                  <a:lnTo>
                    <a:pt x="644461" y="57429"/>
                  </a:lnTo>
                  <a:lnTo>
                    <a:pt x="640499" y="51562"/>
                  </a:lnTo>
                  <a:lnTo>
                    <a:pt x="634631" y="47599"/>
                  </a:lnTo>
                  <a:lnTo>
                    <a:pt x="627456" y="46139"/>
                  </a:lnTo>
                  <a:lnTo>
                    <a:pt x="620293" y="47599"/>
                  </a:lnTo>
                  <a:lnTo>
                    <a:pt x="614426" y="51562"/>
                  </a:lnTo>
                  <a:lnTo>
                    <a:pt x="610463" y="57429"/>
                  </a:lnTo>
                  <a:lnTo>
                    <a:pt x="609003" y="64592"/>
                  </a:lnTo>
                  <a:lnTo>
                    <a:pt x="609003" y="212229"/>
                  </a:lnTo>
                  <a:lnTo>
                    <a:pt x="610463" y="219392"/>
                  </a:lnTo>
                  <a:lnTo>
                    <a:pt x="614426" y="225259"/>
                  </a:lnTo>
                  <a:lnTo>
                    <a:pt x="620293" y="229235"/>
                  </a:lnTo>
                  <a:lnTo>
                    <a:pt x="627456" y="230682"/>
                  </a:lnTo>
                  <a:lnTo>
                    <a:pt x="654227" y="230682"/>
                  </a:lnTo>
                  <a:lnTo>
                    <a:pt x="590550" y="311886"/>
                  </a:lnTo>
                  <a:lnTo>
                    <a:pt x="526884" y="230682"/>
                  </a:lnTo>
                  <a:lnTo>
                    <a:pt x="553643" y="230682"/>
                  </a:lnTo>
                  <a:lnTo>
                    <a:pt x="560806" y="229235"/>
                  </a:lnTo>
                  <a:lnTo>
                    <a:pt x="566674" y="225259"/>
                  </a:lnTo>
                  <a:lnTo>
                    <a:pt x="570636" y="219392"/>
                  </a:lnTo>
                  <a:lnTo>
                    <a:pt x="572096" y="212229"/>
                  </a:lnTo>
                  <a:lnTo>
                    <a:pt x="572096" y="18453"/>
                  </a:lnTo>
                  <a:lnTo>
                    <a:pt x="570636" y="11290"/>
                  </a:lnTo>
                  <a:lnTo>
                    <a:pt x="566674" y="5422"/>
                  </a:lnTo>
                  <a:lnTo>
                    <a:pt x="560806" y="1460"/>
                  </a:lnTo>
                  <a:lnTo>
                    <a:pt x="553643" y="0"/>
                  </a:lnTo>
                  <a:lnTo>
                    <a:pt x="546481" y="1460"/>
                  </a:lnTo>
                  <a:lnTo>
                    <a:pt x="540613" y="5422"/>
                  </a:lnTo>
                  <a:lnTo>
                    <a:pt x="536651" y="11290"/>
                  </a:lnTo>
                  <a:lnTo>
                    <a:pt x="535190" y="18453"/>
                  </a:lnTo>
                  <a:lnTo>
                    <a:pt x="535190" y="193776"/>
                  </a:lnTo>
                  <a:lnTo>
                    <a:pt x="481672" y="193776"/>
                  </a:lnTo>
                  <a:lnTo>
                    <a:pt x="475208" y="197472"/>
                  </a:lnTo>
                  <a:lnTo>
                    <a:pt x="469671" y="210388"/>
                  </a:lnTo>
                  <a:lnTo>
                    <a:pt x="470598" y="217766"/>
                  </a:lnTo>
                  <a:lnTo>
                    <a:pt x="474294" y="223304"/>
                  </a:lnTo>
                  <a:lnTo>
                    <a:pt x="579475" y="357098"/>
                  </a:lnTo>
                  <a:lnTo>
                    <a:pt x="585012" y="359867"/>
                  </a:lnTo>
                  <a:lnTo>
                    <a:pt x="596087" y="359867"/>
                  </a:lnTo>
                  <a:lnTo>
                    <a:pt x="601624" y="357098"/>
                  </a:lnTo>
                  <a:lnTo>
                    <a:pt x="706818" y="223304"/>
                  </a:lnTo>
                  <a:lnTo>
                    <a:pt x="711428" y="217766"/>
                  </a:lnTo>
                  <a:lnTo>
                    <a:pt x="712355" y="210388"/>
                  </a:lnTo>
                  <a:close/>
                </a:path>
                <a:path w="1181100" h="1181100">
                  <a:moveTo>
                    <a:pt x="738187" y="510273"/>
                  </a:moveTo>
                  <a:lnTo>
                    <a:pt x="734504" y="503809"/>
                  </a:lnTo>
                  <a:lnTo>
                    <a:pt x="728967" y="501040"/>
                  </a:lnTo>
                  <a:lnTo>
                    <a:pt x="701281" y="485228"/>
                  </a:lnTo>
                  <a:lnTo>
                    <a:pt x="701281" y="527799"/>
                  </a:lnTo>
                  <a:lnTo>
                    <a:pt x="701281" y="653300"/>
                  </a:lnTo>
                  <a:lnTo>
                    <a:pt x="590550" y="716965"/>
                  </a:lnTo>
                  <a:lnTo>
                    <a:pt x="479818" y="653300"/>
                  </a:lnTo>
                  <a:lnTo>
                    <a:pt x="479818" y="527799"/>
                  </a:lnTo>
                  <a:lnTo>
                    <a:pt x="590550" y="464134"/>
                  </a:lnTo>
                  <a:lnTo>
                    <a:pt x="701281" y="527799"/>
                  </a:lnTo>
                  <a:lnTo>
                    <a:pt x="701281" y="485228"/>
                  </a:lnTo>
                  <a:lnTo>
                    <a:pt x="664375" y="464134"/>
                  </a:lnTo>
                  <a:lnTo>
                    <a:pt x="599782" y="427228"/>
                  </a:lnTo>
                  <a:lnTo>
                    <a:pt x="594245" y="423532"/>
                  </a:lnTo>
                  <a:lnTo>
                    <a:pt x="586867" y="423532"/>
                  </a:lnTo>
                  <a:lnTo>
                    <a:pt x="581329" y="427228"/>
                  </a:lnTo>
                  <a:lnTo>
                    <a:pt x="452145" y="501040"/>
                  </a:lnTo>
                  <a:lnTo>
                    <a:pt x="446608" y="504736"/>
                  </a:lnTo>
                  <a:lnTo>
                    <a:pt x="442912" y="510273"/>
                  </a:lnTo>
                  <a:lnTo>
                    <a:pt x="442912" y="670826"/>
                  </a:lnTo>
                  <a:lnTo>
                    <a:pt x="446608" y="677291"/>
                  </a:lnTo>
                  <a:lnTo>
                    <a:pt x="452145" y="680059"/>
                  </a:lnTo>
                  <a:lnTo>
                    <a:pt x="581329" y="753872"/>
                  </a:lnTo>
                  <a:lnTo>
                    <a:pt x="584098" y="755726"/>
                  </a:lnTo>
                  <a:lnTo>
                    <a:pt x="586867" y="756640"/>
                  </a:lnTo>
                  <a:lnTo>
                    <a:pt x="594245" y="756640"/>
                  </a:lnTo>
                  <a:lnTo>
                    <a:pt x="597014" y="755726"/>
                  </a:lnTo>
                  <a:lnTo>
                    <a:pt x="599782" y="753872"/>
                  </a:lnTo>
                  <a:lnTo>
                    <a:pt x="664375" y="716965"/>
                  </a:lnTo>
                  <a:lnTo>
                    <a:pt x="728967" y="680059"/>
                  </a:lnTo>
                  <a:lnTo>
                    <a:pt x="734504" y="676363"/>
                  </a:lnTo>
                  <a:lnTo>
                    <a:pt x="738187" y="670826"/>
                  </a:lnTo>
                  <a:lnTo>
                    <a:pt x="738187" y="510273"/>
                  </a:lnTo>
                  <a:close/>
                </a:path>
                <a:path w="1181100" h="1181100">
                  <a:moveTo>
                    <a:pt x="1042695" y="682828"/>
                  </a:moveTo>
                  <a:lnTo>
                    <a:pt x="1024242" y="682828"/>
                  </a:lnTo>
                  <a:lnTo>
                    <a:pt x="1024242" y="692048"/>
                  </a:lnTo>
                  <a:lnTo>
                    <a:pt x="1022057" y="707491"/>
                  </a:lnTo>
                  <a:lnTo>
                    <a:pt x="1015822" y="721461"/>
                  </a:lnTo>
                  <a:lnTo>
                    <a:pt x="1005941" y="733183"/>
                  </a:lnTo>
                  <a:lnTo>
                    <a:pt x="992860" y="741883"/>
                  </a:lnTo>
                  <a:lnTo>
                    <a:pt x="990092" y="742797"/>
                  </a:lnTo>
                  <a:lnTo>
                    <a:pt x="988250" y="743724"/>
                  </a:lnTo>
                  <a:lnTo>
                    <a:pt x="985481" y="744651"/>
                  </a:lnTo>
                  <a:lnTo>
                    <a:pt x="964247" y="790333"/>
                  </a:lnTo>
                  <a:lnTo>
                    <a:pt x="937983" y="832993"/>
                  </a:lnTo>
                  <a:lnTo>
                    <a:pt x="907059" y="872172"/>
                  </a:lnTo>
                  <a:lnTo>
                    <a:pt x="871880" y="907453"/>
                  </a:lnTo>
                  <a:lnTo>
                    <a:pt x="832827" y="938377"/>
                  </a:lnTo>
                  <a:lnTo>
                    <a:pt x="790282" y="964539"/>
                  </a:lnTo>
                  <a:lnTo>
                    <a:pt x="744651" y="985481"/>
                  </a:lnTo>
                  <a:lnTo>
                    <a:pt x="743724" y="988250"/>
                  </a:lnTo>
                  <a:lnTo>
                    <a:pt x="742810" y="990092"/>
                  </a:lnTo>
                  <a:lnTo>
                    <a:pt x="741883" y="992860"/>
                  </a:lnTo>
                  <a:lnTo>
                    <a:pt x="733183" y="1005941"/>
                  </a:lnTo>
                  <a:lnTo>
                    <a:pt x="721461" y="1015822"/>
                  </a:lnTo>
                  <a:lnTo>
                    <a:pt x="707491" y="1022057"/>
                  </a:lnTo>
                  <a:lnTo>
                    <a:pt x="692048" y="1024242"/>
                  </a:lnTo>
                  <a:lnTo>
                    <a:pt x="682828" y="1024242"/>
                  </a:lnTo>
                  <a:lnTo>
                    <a:pt x="682828" y="1042695"/>
                  </a:lnTo>
                  <a:lnTo>
                    <a:pt x="731139" y="1030071"/>
                  </a:lnTo>
                  <a:lnTo>
                    <a:pt x="777227" y="1012520"/>
                  </a:lnTo>
                  <a:lnTo>
                    <a:pt x="820801" y="990371"/>
                  </a:lnTo>
                  <a:lnTo>
                    <a:pt x="861555" y="963891"/>
                  </a:lnTo>
                  <a:lnTo>
                    <a:pt x="899185" y="933399"/>
                  </a:lnTo>
                  <a:lnTo>
                    <a:pt x="933399" y="899185"/>
                  </a:lnTo>
                  <a:lnTo>
                    <a:pt x="963891" y="861555"/>
                  </a:lnTo>
                  <a:lnTo>
                    <a:pt x="990371" y="820801"/>
                  </a:lnTo>
                  <a:lnTo>
                    <a:pt x="1012532" y="777227"/>
                  </a:lnTo>
                  <a:lnTo>
                    <a:pt x="1030071" y="731139"/>
                  </a:lnTo>
                  <a:lnTo>
                    <a:pt x="1042695" y="682828"/>
                  </a:lnTo>
                  <a:close/>
                </a:path>
                <a:path w="1181100" h="1181100">
                  <a:moveTo>
                    <a:pt x="1042695" y="498271"/>
                  </a:moveTo>
                  <a:lnTo>
                    <a:pt x="1030071" y="449961"/>
                  </a:lnTo>
                  <a:lnTo>
                    <a:pt x="1012532" y="403872"/>
                  </a:lnTo>
                  <a:lnTo>
                    <a:pt x="990371" y="360299"/>
                  </a:lnTo>
                  <a:lnTo>
                    <a:pt x="963891" y="319544"/>
                  </a:lnTo>
                  <a:lnTo>
                    <a:pt x="933399" y="281914"/>
                  </a:lnTo>
                  <a:lnTo>
                    <a:pt x="899185" y="247700"/>
                  </a:lnTo>
                  <a:lnTo>
                    <a:pt x="861555" y="217208"/>
                  </a:lnTo>
                  <a:lnTo>
                    <a:pt x="820801" y="190728"/>
                  </a:lnTo>
                  <a:lnTo>
                    <a:pt x="777227" y="168579"/>
                  </a:lnTo>
                  <a:lnTo>
                    <a:pt x="731139" y="151041"/>
                  </a:lnTo>
                  <a:lnTo>
                    <a:pt x="682828" y="138417"/>
                  </a:lnTo>
                  <a:lnTo>
                    <a:pt x="682828" y="156870"/>
                  </a:lnTo>
                  <a:lnTo>
                    <a:pt x="692048" y="156870"/>
                  </a:lnTo>
                  <a:lnTo>
                    <a:pt x="707491" y="159042"/>
                  </a:lnTo>
                  <a:lnTo>
                    <a:pt x="721461" y="165290"/>
                  </a:lnTo>
                  <a:lnTo>
                    <a:pt x="733183" y="175158"/>
                  </a:lnTo>
                  <a:lnTo>
                    <a:pt x="741883" y="188239"/>
                  </a:lnTo>
                  <a:lnTo>
                    <a:pt x="742810" y="191008"/>
                  </a:lnTo>
                  <a:lnTo>
                    <a:pt x="743724" y="192849"/>
                  </a:lnTo>
                  <a:lnTo>
                    <a:pt x="744651" y="195618"/>
                  </a:lnTo>
                  <a:lnTo>
                    <a:pt x="790333" y="216852"/>
                  </a:lnTo>
                  <a:lnTo>
                    <a:pt x="832993" y="243128"/>
                  </a:lnTo>
                  <a:lnTo>
                    <a:pt x="872172" y="274040"/>
                  </a:lnTo>
                  <a:lnTo>
                    <a:pt x="907453" y="309219"/>
                  </a:lnTo>
                  <a:lnTo>
                    <a:pt x="938377" y="348272"/>
                  </a:lnTo>
                  <a:lnTo>
                    <a:pt x="964539" y="390817"/>
                  </a:lnTo>
                  <a:lnTo>
                    <a:pt x="985481" y="436460"/>
                  </a:lnTo>
                  <a:lnTo>
                    <a:pt x="988250" y="437375"/>
                  </a:lnTo>
                  <a:lnTo>
                    <a:pt x="990092" y="438302"/>
                  </a:lnTo>
                  <a:lnTo>
                    <a:pt x="992860" y="439216"/>
                  </a:lnTo>
                  <a:lnTo>
                    <a:pt x="1005941" y="447916"/>
                  </a:lnTo>
                  <a:lnTo>
                    <a:pt x="1015822" y="459638"/>
                  </a:lnTo>
                  <a:lnTo>
                    <a:pt x="1022057" y="473608"/>
                  </a:lnTo>
                  <a:lnTo>
                    <a:pt x="1024242" y="489051"/>
                  </a:lnTo>
                  <a:lnTo>
                    <a:pt x="1024242" y="498271"/>
                  </a:lnTo>
                  <a:lnTo>
                    <a:pt x="1042695" y="498271"/>
                  </a:lnTo>
                  <a:close/>
                </a:path>
                <a:path w="1181100" h="1181100">
                  <a:moveTo>
                    <a:pt x="1181100" y="553643"/>
                  </a:moveTo>
                  <a:lnTo>
                    <a:pt x="1179652" y="546481"/>
                  </a:lnTo>
                  <a:lnTo>
                    <a:pt x="1175677" y="540613"/>
                  </a:lnTo>
                  <a:lnTo>
                    <a:pt x="1169809" y="536638"/>
                  </a:lnTo>
                  <a:lnTo>
                    <a:pt x="1162646" y="535190"/>
                  </a:lnTo>
                  <a:lnTo>
                    <a:pt x="987323" y="535190"/>
                  </a:lnTo>
                  <a:lnTo>
                    <a:pt x="987323" y="481672"/>
                  </a:lnTo>
                  <a:lnTo>
                    <a:pt x="983640" y="475208"/>
                  </a:lnTo>
                  <a:lnTo>
                    <a:pt x="970724" y="469671"/>
                  </a:lnTo>
                  <a:lnTo>
                    <a:pt x="963333" y="470598"/>
                  </a:lnTo>
                  <a:lnTo>
                    <a:pt x="957795" y="474281"/>
                  </a:lnTo>
                  <a:lnTo>
                    <a:pt x="824001" y="579475"/>
                  </a:lnTo>
                  <a:lnTo>
                    <a:pt x="821232" y="585012"/>
                  </a:lnTo>
                  <a:lnTo>
                    <a:pt x="821232" y="596087"/>
                  </a:lnTo>
                  <a:lnTo>
                    <a:pt x="824001" y="601624"/>
                  </a:lnTo>
                  <a:lnTo>
                    <a:pt x="957795" y="706818"/>
                  </a:lnTo>
                  <a:lnTo>
                    <a:pt x="961491" y="709587"/>
                  </a:lnTo>
                  <a:lnTo>
                    <a:pt x="965187" y="710501"/>
                  </a:lnTo>
                  <a:lnTo>
                    <a:pt x="971638" y="710501"/>
                  </a:lnTo>
                  <a:lnTo>
                    <a:pt x="977176" y="708660"/>
                  </a:lnTo>
                  <a:lnTo>
                    <a:pt x="983640" y="705891"/>
                  </a:lnTo>
                  <a:lnTo>
                    <a:pt x="987323" y="699439"/>
                  </a:lnTo>
                  <a:lnTo>
                    <a:pt x="987323" y="645909"/>
                  </a:lnTo>
                  <a:lnTo>
                    <a:pt x="1116507" y="645909"/>
                  </a:lnTo>
                  <a:lnTo>
                    <a:pt x="1123683" y="644461"/>
                  </a:lnTo>
                  <a:lnTo>
                    <a:pt x="1129550" y="640499"/>
                  </a:lnTo>
                  <a:lnTo>
                    <a:pt x="1133513" y="634631"/>
                  </a:lnTo>
                  <a:lnTo>
                    <a:pt x="1134960" y="627456"/>
                  </a:lnTo>
                  <a:lnTo>
                    <a:pt x="1133513" y="620293"/>
                  </a:lnTo>
                  <a:lnTo>
                    <a:pt x="1129550" y="614426"/>
                  </a:lnTo>
                  <a:lnTo>
                    <a:pt x="1123683" y="610463"/>
                  </a:lnTo>
                  <a:lnTo>
                    <a:pt x="1116507" y="609003"/>
                  </a:lnTo>
                  <a:lnTo>
                    <a:pt x="968870" y="609003"/>
                  </a:lnTo>
                  <a:lnTo>
                    <a:pt x="961707" y="610463"/>
                  </a:lnTo>
                  <a:lnTo>
                    <a:pt x="955840" y="614426"/>
                  </a:lnTo>
                  <a:lnTo>
                    <a:pt x="951877" y="620293"/>
                  </a:lnTo>
                  <a:lnTo>
                    <a:pt x="950417" y="627456"/>
                  </a:lnTo>
                  <a:lnTo>
                    <a:pt x="950417" y="654215"/>
                  </a:lnTo>
                  <a:lnTo>
                    <a:pt x="869213" y="590550"/>
                  </a:lnTo>
                  <a:lnTo>
                    <a:pt x="950417" y="526884"/>
                  </a:lnTo>
                  <a:lnTo>
                    <a:pt x="950417" y="553643"/>
                  </a:lnTo>
                  <a:lnTo>
                    <a:pt x="951877" y="560806"/>
                  </a:lnTo>
                  <a:lnTo>
                    <a:pt x="955840" y="566674"/>
                  </a:lnTo>
                  <a:lnTo>
                    <a:pt x="961707" y="570636"/>
                  </a:lnTo>
                  <a:lnTo>
                    <a:pt x="968870" y="572096"/>
                  </a:lnTo>
                  <a:lnTo>
                    <a:pt x="1162646" y="572096"/>
                  </a:lnTo>
                  <a:lnTo>
                    <a:pt x="1169809" y="570636"/>
                  </a:lnTo>
                  <a:lnTo>
                    <a:pt x="1175677" y="566674"/>
                  </a:lnTo>
                  <a:lnTo>
                    <a:pt x="1179652" y="560806"/>
                  </a:lnTo>
                  <a:lnTo>
                    <a:pt x="1181100" y="5536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5743" y="7538687"/>
              <a:ext cx="222378" cy="22237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95743" y="7997286"/>
              <a:ext cx="222378" cy="22237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125493" y="7427036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18454" y="359866"/>
                  </a:moveTo>
                  <a:lnTo>
                    <a:pt x="0" y="359866"/>
                  </a:lnTo>
                  <a:lnTo>
                    <a:pt x="12624" y="311552"/>
                  </a:lnTo>
                  <a:lnTo>
                    <a:pt x="30165" y="265460"/>
                  </a:lnTo>
                  <a:lnTo>
                    <a:pt x="52323" y="221888"/>
                  </a:lnTo>
                  <a:lnTo>
                    <a:pt x="78799" y="181137"/>
                  </a:lnTo>
                  <a:lnTo>
                    <a:pt x="109293" y="143505"/>
                  </a:lnTo>
                  <a:lnTo>
                    <a:pt x="143505" y="109293"/>
                  </a:lnTo>
                  <a:lnTo>
                    <a:pt x="181137" y="78799"/>
                  </a:lnTo>
                  <a:lnTo>
                    <a:pt x="221888" y="52323"/>
                  </a:lnTo>
                  <a:lnTo>
                    <a:pt x="265460" y="30165"/>
                  </a:lnTo>
                  <a:lnTo>
                    <a:pt x="311552" y="12624"/>
                  </a:lnTo>
                  <a:lnTo>
                    <a:pt x="359866" y="0"/>
                  </a:lnTo>
                  <a:lnTo>
                    <a:pt x="359866" y="18454"/>
                  </a:lnTo>
                  <a:lnTo>
                    <a:pt x="350639" y="18454"/>
                  </a:lnTo>
                  <a:lnTo>
                    <a:pt x="335197" y="20631"/>
                  </a:lnTo>
                  <a:lnTo>
                    <a:pt x="321226" y="26874"/>
                  </a:lnTo>
                  <a:lnTo>
                    <a:pt x="309505" y="36750"/>
                  </a:lnTo>
                  <a:lnTo>
                    <a:pt x="300811" y="49827"/>
                  </a:lnTo>
                  <a:lnTo>
                    <a:pt x="299888" y="52595"/>
                  </a:lnTo>
                  <a:lnTo>
                    <a:pt x="298965" y="54441"/>
                  </a:lnTo>
                  <a:lnTo>
                    <a:pt x="298043" y="57209"/>
                  </a:lnTo>
                  <a:lnTo>
                    <a:pt x="252404" y="78152"/>
                  </a:lnTo>
                  <a:lnTo>
                    <a:pt x="209864" y="104309"/>
                  </a:lnTo>
                  <a:lnTo>
                    <a:pt x="170810" y="135243"/>
                  </a:lnTo>
                  <a:lnTo>
                    <a:pt x="135631" y="170520"/>
                  </a:lnTo>
                  <a:lnTo>
                    <a:pt x="104712" y="209702"/>
                  </a:lnTo>
                  <a:lnTo>
                    <a:pt x="78443" y="252355"/>
                  </a:lnTo>
                  <a:lnTo>
                    <a:pt x="57209" y="298043"/>
                  </a:lnTo>
                  <a:lnTo>
                    <a:pt x="54441" y="298965"/>
                  </a:lnTo>
                  <a:lnTo>
                    <a:pt x="52595" y="299888"/>
                  </a:lnTo>
                  <a:lnTo>
                    <a:pt x="49827" y="300811"/>
                  </a:lnTo>
                  <a:lnTo>
                    <a:pt x="36750" y="309505"/>
                  </a:lnTo>
                  <a:lnTo>
                    <a:pt x="26874" y="321226"/>
                  </a:lnTo>
                  <a:lnTo>
                    <a:pt x="20631" y="335197"/>
                  </a:lnTo>
                  <a:lnTo>
                    <a:pt x="18454" y="350639"/>
                  </a:lnTo>
                  <a:lnTo>
                    <a:pt x="18454" y="3598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37144" y="7538687"/>
              <a:ext cx="222378" cy="22237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37144" y="7997286"/>
              <a:ext cx="222378" cy="222378"/>
            </a:xfrm>
            <a:prstGeom prst="rect">
              <a:avLst/>
            </a:prstGeom>
          </p:spPr>
        </p:pic>
      </p:grpSp>
      <p:sp>
        <p:nvSpPr>
          <p:cNvPr id="28" name="object 28" descr="$PPTXTitle"/>
          <p:cNvSpPr txBox="1">
            <a:spLocks noGrp="1"/>
          </p:cNvSpPr>
          <p:nvPr>
            <p:ph type="title"/>
          </p:nvPr>
        </p:nvSpPr>
        <p:spPr>
          <a:xfrm>
            <a:off x="6646972" y="873188"/>
            <a:ext cx="10951210" cy="2254250"/>
          </a:xfrm>
          <a:prstGeom prst="rect"/>
        </p:spPr>
        <p:txBody>
          <a:bodyPr wrap="square" lIns="0" tIns="220980" rIns="0" bIns="0" rtlCol="0" vert="horz">
            <a:spAutoFit/>
          </a:bodyPr>
          <a:lstStyle/>
          <a:p>
            <a:pPr marL="12700" marR="5080">
              <a:lnSpc>
                <a:spcPts val="7950"/>
              </a:lnSpc>
              <a:spcBef>
                <a:spcPts val="1740"/>
              </a:spcBef>
            </a:pPr>
            <a:r>
              <a:rPr dirty="0" sz="8000" spc="835">
                <a:solidFill>
                  <a:srgbClr val="1B3B6B"/>
                </a:solidFill>
              </a:rPr>
              <a:t>Objetivos</a:t>
            </a:r>
            <a:r>
              <a:rPr dirty="0" sz="8000" spc="1780">
                <a:solidFill>
                  <a:srgbClr val="1B3B6B"/>
                </a:solidFill>
              </a:rPr>
              <a:t> </a:t>
            </a:r>
            <a:r>
              <a:rPr dirty="0" sz="8000" spc="955">
                <a:solidFill>
                  <a:srgbClr val="1B3B6B"/>
                </a:solidFill>
              </a:rPr>
              <a:t>de</a:t>
            </a:r>
            <a:r>
              <a:rPr dirty="0" sz="8000" spc="1780">
                <a:solidFill>
                  <a:srgbClr val="1B3B6B"/>
                </a:solidFill>
              </a:rPr>
              <a:t> </a:t>
            </a:r>
            <a:r>
              <a:rPr dirty="0" sz="8000" spc="990">
                <a:solidFill>
                  <a:srgbClr val="1B3B6B"/>
                </a:solidFill>
              </a:rPr>
              <a:t>RedSol </a:t>
            </a:r>
            <a:r>
              <a:rPr dirty="0" sz="8000" spc="905">
                <a:solidFill>
                  <a:srgbClr val="1B3B6B"/>
                </a:solidFill>
              </a:rPr>
              <a:t>Service</a:t>
            </a:r>
            <a:endParaRPr sz="8000"/>
          </a:p>
        </p:txBody>
      </p:sp>
      <p:sp>
        <p:nvSpPr>
          <p:cNvPr id="19" name="object 19"/>
          <p:cNvSpPr txBox="1"/>
          <p:nvPr/>
        </p:nvSpPr>
        <p:spPr>
          <a:xfrm>
            <a:off x="6760507" y="4584150"/>
            <a:ext cx="1894205" cy="80391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254"/>
              </a:spcBef>
            </a:pPr>
            <a:r>
              <a:rPr dirty="0" sz="2550" spc="180" b="1">
                <a:solidFill>
                  <a:srgbClr val="FFFFFF"/>
                </a:solidFill>
                <a:latin typeface="Tahoma"/>
                <a:cs typeface="Tahoma"/>
              </a:rPr>
              <a:t>OBJETIVO </a:t>
            </a:r>
            <a:r>
              <a:rPr dirty="0" sz="2550" spc="190" b="1">
                <a:solidFill>
                  <a:srgbClr val="FFFFFF"/>
                </a:solidFill>
                <a:latin typeface="Tahoma"/>
                <a:cs typeface="Tahoma"/>
              </a:rPr>
              <a:t>GENERAL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051844" y="3919927"/>
            <a:ext cx="5095875" cy="2143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5799"/>
              </a:lnSpc>
              <a:spcBef>
                <a:spcPts val="95"/>
              </a:spcBef>
            </a:pPr>
            <a:r>
              <a:rPr dirty="0" sz="2000" spc="45">
                <a:solidFill>
                  <a:srgbClr val="181818"/>
                </a:solidFill>
                <a:latin typeface="Montserrat"/>
                <a:cs typeface="Montserrat"/>
              </a:rPr>
              <a:t>Desarrollar</a:t>
            </a:r>
            <a:r>
              <a:rPr dirty="0" sz="2000" spc="23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una</a:t>
            </a:r>
            <a:r>
              <a:rPr dirty="0" sz="2000" spc="24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solución</a:t>
            </a:r>
            <a:r>
              <a:rPr dirty="0" sz="2000" spc="23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 spc="-10">
                <a:solidFill>
                  <a:srgbClr val="181818"/>
                </a:solidFill>
                <a:latin typeface="Montserrat"/>
                <a:cs typeface="Montserrat"/>
              </a:rPr>
              <a:t>tecnológica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comunitaria</a:t>
            </a:r>
            <a:r>
              <a:rPr dirty="0" sz="2000" spc="30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para</a:t>
            </a:r>
            <a:r>
              <a:rPr dirty="0" sz="2000" spc="30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Ciudad</a:t>
            </a:r>
            <a:r>
              <a:rPr dirty="0" sz="2000" spc="31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del</a:t>
            </a:r>
            <a:r>
              <a:rPr dirty="0" sz="2000" spc="30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Sol</a:t>
            </a:r>
            <a:r>
              <a:rPr dirty="0" sz="2000" spc="31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 spc="-25">
                <a:solidFill>
                  <a:srgbClr val="181818"/>
                </a:solidFill>
                <a:latin typeface="Montserrat"/>
                <a:cs typeface="Montserrat"/>
              </a:rPr>
              <a:t>que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permita</a:t>
            </a:r>
            <a:r>
              <a:rPr dirty="0" sz="2000" spc="31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conectar</a:t>
            </a:r>
            <a:r>
              <a:rPr dirty="0" sz="2000" spc="32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a</a:t>
            </a:r>
            <a:r>
              <a:rPr dirty="0" sz="2000" spc="31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vecinos</a:t>
            </a:r>
            <a:r>
              <a:rPr dirty="0" sz="2000" spc="32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 spc="-50">
                <a:solidFill>
                  <a:srgbClr val="181818"/>
                </a:solidFill>
                <a:latin typeface="Montserrat"/>
                <a:cs typeface="Montserrat"/>
              </a:rPr>
              <a:t>y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prestadores</a:t>
            </a:r>
            <a:r>
              <a:rPr dirty="0" sz="2000" spc="31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de</a:t>
            </a:r>
            <a:r>
              <a:rPr dirty="0" sz="2000" spc="31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servicio,</a:t>
            </a:r>
            <a:r>
              <a:rPr dirty="0" sz="2000" spc="31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 spc="45">
                <a:solidFill>
                  <a:srgbClr val="181818"/>
                </a:solidFill>
                <a:latin typeface="Montserrat"/>
                <a:cs typeface="Montserrat"/>
              </a:rPr>
              <a:t>facilitando</a:t>
            </a:r>
            <a:r>
              <a:rPr dirty="0" sz="2000" spc="31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 spc="-25">
                <a:solidFill>
                  <a:srgbClr val="181818"/>
                </a:solidFill>
                <a:latin typeface="Montserrat"/>
                <a:cs typeface="Montserrat"/>
              </a:rPr>
              <a:t>la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búsqueda,</a:t>
            </a:r>
            <a:r>
              <a:rPr dirty="0" sz="2000" spc="484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solicitud,</a:t>
            </a:r>
            <a:r>
              <a:rPr dirty="0" sz="2000" spc="49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 spc="-10">
                <a:solidFill>
                  <a:srgbClr val="181818"/>
                </a:solidFill>
                <a:latin typeface="Montserrat"/>
                <a:cs typeface="Montserrat"/>
              </a:rPr>
              <a:t>seguimiento,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pago</a:t>
            </a:r>
            <a:r>
              <a:rPr dirty="0" sz="2000" spc="28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y</a:t>
            </a:r>
            <a:r>
              <a:rPr dirty="0" sz="2000" spc="29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evaluación</a:t>
            </a:r>
            <a:r>
              <a:rPr dirty="0" sz="2000" spc="29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de</a:t>
            </a:r>
            <a:r>
              <a:rPr dirty="0" sz="2000" spc="29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servicios</a:t>
            </a:r>
            <a:r>
              <a:rPr dirty="0" sz="2000" spc="29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 spc="-10">
                <a:solidFill>
                  <a:srgbClr val="181818"/>
                </a:solidFill>
                <a:latin typeface="Montserrat"/>
                <a:cs typeface="Montserrat"/>
              </a:rPr>
              <a:t>locales.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36159" y="7455140"/>
            <a:ext cx="2466975" cy="8039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3045"/>
              </a:lnSpc>
              <a:spcBef>
                <a:spcPts val="130"/>
              </a:spcBef>
            </a:pPr>
            <a:r>
              <a:rPr dirty="0" sz="2550" spc="180" b="1">
                <a:solidFill>
                  <a:srgbClr val="FFFFFF"/>
                </a:solidFill>
                <a:latin typeface="Tahoma"/>
                <a:cs typeface="Tahoma"/>
              </a:rPr>
              <a:t>OBJETIVOS</a:t>
            </a:r>
            <a:endParaRPr sz="2550">
              <a:latin typeface="Tahoma"/>
              <a:cs typeface="Tahoma"/>
            </a:endParaRPr>
          </a:p>
          <a:p>
            <a:pPr marL="12700">
              <a:lnSpc>
                <a:spcPts val="3045"/>
              </a:lnSpc>
            </a:pPr>
            <a:r>
              <a:rPr dirty="0" sz="2550" spc="145" b="1">
                <a:solidFill>
                  <a:srgbClr val="FFFFFF"/>
                </a:solidFill>
                <a:latin typeface="Tahoma"/>
                <a:cs typeface="Tahoma"/>
              </a:rPr>
              <a:t>ESPECÍFICOS</a:t>
            </a:r>
            <a:endParaRPr sz="255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2274094" y="6966764"/>
            <a:ext cx="85725" cy="1847850"/>
            <a:chOff x="12274094" y="6966764"/>
            <a:chExt cx="85725" cy="1847850"/>
          </a:xfrm>
        </p:grpSpPr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274094" y="6966764"/>
              <a:ext cx="85725" cy="857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274094" y="7319189"/>
              <a:ext cx="85725" cy="8572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274094" y="7671614"/>
              <a:ext cx="85725" cy="857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274094" y="8024039"/>
              <a:ext cx="85725" cy="857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274094" y="8728889"/>
              <a:ext cx="85725" cy="85724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2488060" y="6776785"/>
            <a:ext cx="5494655" cy="2139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95"/>
              </a:spcBef>
            </a:pP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Diseñar</a:t>
            </a:r>
            <a:r>
              <a:rPr dirty="0" sz="2000" spc="37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una</a:t>
            </a:r>
            <a:r>
              <a:rPr dirty="0" sz="2000" spc="37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aplicación</a:t>
            </a:r>
            <a:r>
              <a:rPr dirty="0" sz="2000" spc="37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 spc="-10">
                <a:solidFill>
                  <a:srgbClr val="181818"/>
                </a:solidFill>
                <a:latin typeface="Montserrat"/>
                <a:cs typeface="Montserrat"/>
              </a:rPr>
              <a:t>móvil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Implementar</a:t>
            </a:r>
            <a:r>
              <a:rPr dirty="0" sz="2000" spc="30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una</a:t>
            </a:r>
            <a:r>
              <a:rPr dirty="0" sz="2000" spc="30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web</a:t>
            </a:r>
            <a:r>
              <a:rPr dirty="0" sz="2000" spc="30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 spc="-10">
                <a:solidFill>
                  <a:srgbClr val="181818"/>
                </a:solidFill>
                <a:latin typeface="Montserrat"/>
                <a:cs typeface="Montserrat"/>
              </a:rPr>
              <a:t>administrativa </a:t>
            </a:r>
            <a:r>
              <a:rPr dirty="0" sz="2000" spc="45">
                <a:solidFill>
                  <a:srgbClr val="181818"/>
                </a:solidFill>
                <a:latin typeface="Montserrat"/>
                <a:cs typeface="Montserrat"/>
              </a:rPr>
              <a:t>Desarrollar</a:t>
            </a:r>
            <a:r>
              <a:rPr dirty="0" sz="2000" spc="16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una</a:t>
            </a:r>
            <a:r>
              <a:rPr dirty="0" sz="2000" spc="16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API</a:t>
            </a:r>
            <a:r>
              <a:rPr dirty="0" sz="2000" spc="16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REST</a:t>
            </a:r>
            <a:r>
              <a:rPr dirty="0" sz="2000" spc="16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y</a:t>
            </a:r>
            <a:r>
              <a:rPr dirty="0" sz="2000" spc="16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base</a:t>
            </a:r>
            <a:r>
              <a:rPr dirty="0" sz="2000" spc="16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de</a:t>
            </a:r>
            <a:r>
              <a:rPr dirty="0" sz="2000" spc="16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 spc="-10">
                <a:solidFill>
                  <a:srgbClr val="181818"/>
                </a:solidFill>
                <a:latin typeface="Montserrat"/>
                <a:cs typeface="Montserrat"/>
              </a:rPr>
              <a:t>datos </a:t>
            </a:r>
            <a:r>
              <a:rPr dirty="0" sz="2000" spc="45">
                <a:solidFill>
                  <a:srgbClr val="181818"/>
                </a:solidFill>
                <a:latin typeface="Montserrat"/>
                <a:cs typeface="Montserrat"/>
              </a:rPr>
              <a:t>Incorporar</a:t>
            </a:r>
            <a:r>
              <a:rPr dirty="0" sz="2000" spc="23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seguimiento</a:t>
            </a:r>
            <a:r>
              <a:rPr dirty="0" sz="2000" spc="24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y</a:t>
            </a:r>
            <a:r>
              <a:rPr dirty="0" sz="2000" spc="24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pago</a:t>
            </a:r>
            <a:r>
              <a:rPr dirty="0" sz="2000" spc="24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 spc="-25">
                <a:solidFill>
                  <a:srgbClr val="181818"/>
                </a:solidFill>
                <a:latin typeface="Montserrat"/>
                <a:cs typeface="Montserrat"/>
              </a:rPr>
              <a:t>de </a:t>
            </a:r>
            <a:r>
              <a:rPr dirty="0" sz="2000" spc="-10">
                <a:solidFill>
                  <a:srgbClr val="181818"/>
                </a:solidFill>
                <a:latin typeface="Montserrat"/>
                <a:cs typeface="Montserrat"/>
              </a:rPr>
              <a:t>servicios</a:t>
            </a:r>
            <a:endParaRPr sz="2000">
              <a:latin typeface="Montserrat"/>
              <a:cs typeface="Montserrat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Validar</a:t>
            </a:r>
            <a:r>
              <a:rPr dirty="0" sz="2000" spc="27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la</a:t>
            </a:r>
            <a:r>
              <a:rPr dirty="0" sz="2000" spc="27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calidad</a:t>
            </a:r>
            <a:r>
              <a:rPr dirty="0" sz="2000" spc="27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>
                <a:solidFill>
                  <a:srgbClr val="181818"/>
                </a:solidFill>
                <a:latin typeface="Montserrat"/>
                <a:cs typeface="Montserrat"/>
              </a:rPr>
              <a:t>del</a:t>
            </a:r>
            <a:r>
              <a:rPr dirty="0" sz="2000" spc="27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2000" spc="-10">
                <a:solidFill>
                  <a:srgbClr val="181818"/>
                </a:solidFill>
                <a:latin typeface="Montserrat"/>
                <a:cs typeface="Montserrat"/>
              </a:rPr>
              <a:t>sistema</a:t>
            </a:r>
            <a:endParaRPr sz="20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016000" y="859682"/>
            <a:ext cx="5487670" cy="14814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50" spc="1015">
                <a:solidFill>
                  <a:srgbClr val="1B3B6B"/>
                </a:solidFill>
              </a:rPr>
              <a:t>Alcances</a:t>
            </a:r>
            <a:endParaRPr sz="9550"/>
          </a:p>
        </p:txBody>
      </p:sp>
      <p:sp>
        <p:nvSpPr>
          <p:cNvPr id="10" name="object 10"/>
          <p:cNvSpPr txBox="1"/>
          <p:nvPr/>
        </p:nvSpPr>
        <p:spPr>
          <a:xfrm>
            <a:off x="7401613" y="1888571"/>
            <a:ext cx="491807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310" b="1">
                <a:solidFill>
                  <a:srgbClr val="1B3B6B"/>
                </a:solidFill>
                <a:latin typeface="Calibri"/>
                <a:cs typeface="Calibri"/>
              </a:rPr>
              <a:t>QUÉ</a:t>
            </a:r>
            <a:r>
              <a:rPr dirty="0" sz="1650" spc="415" b="1">
                <a:solidFill>
                  <a:srgbClr val="1B3B6B"/>
                </a:solidFill>
                <a:latin typeface="Calibri"/>
                <a:cs typeface="Calibri"/>
              </a:rPr>
              <a:t> </a:t>
            </a:r>
            <a:r>
              <a:rPr dirty="0" sz="1650" spc="380" b="1">
                <a:solidFill>
                  <a:srgbClr val="1B3B6B"/>
                </a:solidFill>
                <a:latin typeface="Calibri"/>
                <a:cs typeface="Calibri"/>
              </a:rPr>
              <a:t>HACE</a:t>
            </a:r>
            <a:r>
              <a:rPr dirty="0" sz="1650" spc="415" b="1">
                <a:solidFill>
                  <a:srgbClr val="1B3B6B"/>
                </a:solidFill>
                <a:latin typeface="Calibri"/>
                <a:cs typeface="Calibri"/>
              </a:rPr>
              <a:t> </a:t>
            </a:r>
            <a:r>
              <a:rPr dirty="0" sz="1650" spc="275" b="1">
                <a:solidFill>
                  <a:srgbClr val="1B3B6B"/>
                </a:solidFill>
                <a:latin typeface="Calibri"/>
                <a:cs typeface="Calibri"/>
              </a:rPr>
              <a:t>EL</a:t>
            </a:r>
            <a:r>
              <a:rPr dirty="0" sz="1650" spc="415" b="1">
                <a:solidFill>
                  <a:srgbClr val="1B3B6B"/>
                </a:solidFill>
                <a:latin typeface="Calibri"/>
                <a:cs typeface="Calibri"/>
              </a:rPr>
              <a:t> </a:t>
            </a:r>
            <a:r>
              <a:rPr dirty="0" sz="1650" spc="350" b="1">
                <a:solidFill>
                  <a:srgbClr val="1B3B6B"/>
                </a:solidFill>
                <a:latin typeface="Calibri"/>
                <a:cs typeface="Calibri"/>
              </a:rPr>
              <a:t>SISTEMA</a:t>
            </a:r>
            <a:r>
              <a:rPr dirty="0" sz="1650" spc="420" b="1">
                <a:solidFill>
                  <a:srgbClr val="1B3B6B"/>
                </a:solidFill>
                <a:latin typeface="Calibri"/>
                <a:cs typeface="Calibri"/>
              </a:rPr>
              <a:t> </a:t>
            </a:r>
            <a:r>
              <a:rPr dirty="0" sz="1650" spc="290" b="1">
                <a:solidFill>
                  <a:srgbClr val="1B3B6B"/>
                </a:solidFill>
                <a:latin typeface="Calibri"/>
                <a:cs typeface="Calibri"/>
              </a:rPr>
              <a:t>/</a:t>
            </a:r>
            <a:r>
              <a:rPr dirty="0" sz="1650" spc="415" b="1">
                <a:solidFill>
                  <a:srgbClr val="1B3B6B"/>
                </a:solidFill>
                <a:latin typeface="Calibri"/>
                <a:cs typeface="Calibri"/>
              </a:rPr>
              <a:t> </a:t>
            </a:r>
            <a:r>
              <a:rPr dirty="0" sz="1650" spc="310" b="1">
                <a:solidFill>
                  <a:srgbClr val="1B3B6B"/>
                </a:solidFill>
                <a:latin typeface="Calibri"/>
                <a:cs typeface="Calibri"/>
              </a:rPr>
              <a:t>QUÉ</a:t>
            </a:r>
            <a:r>
              <a:rPr dirty="0" sz="1650" spc="415" b="1">
                <a:solidFill>
                  <a:srgbClr val="1B3B6B"/>
                </a:solidFill>
                <a:latin typeface="Calibri"/>
                <a:cs typeface="Calibri"/>
              </a:rPr>
              <a:t> </a:t>
            </a:r>
            <a:r>
              <a:rPr dirty="0" sz="1650" spc="385" b="1">
                <a:solidFill>
                  <a:srgbClr val="1B3B6B"/>
                </a:solidFill>
                <a:latin typeface="Calibri"/>
                <a:cs typeface="Calibri"/>
              </a:rPr>
              <a:t>NO</a:t>
            </a:r>
            <a:r>
              <a:rPr dirty="0" sz="1650" spc="415" b="1">
                <a:solidFill>
                  <a:srgbClr val="1B3B6B"/>
                </a:solidFill>
                <a:latin typeface="Calibri"/>
                <a:cs typeface="Calibri"/>
              </a:rPr>
              <a:t> </a:t>
            </a:r>
            <a:r>
              <a:rPr dirty="0" sz="1650" spc="360" b="1">
                <a:solidFill>
                  <a:srgbClr val="1B3B6B"/>
                </a:solidFill>
                <a:latin typeface="Calibri"/>
                <a:cs typeface="Calibri"/>
              </a:rPr>
              <a:t>HACE</a:t>
            </a:r>
            <a:endParaRPr sz="16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24699" y="2804856"/>
            <a:ext cx="6667500" cy="7025005"/>
            <a:chOff x="1024699" y="2804856"/>
            <a:chExt cx="6667500" cy="7025005"/>
          </a:xfrm>
        </p:grpSpPr>
        <p:sp>
          <p:nvSpPr>
            <p:cNvPr id="12" name="object 12"/>
            <p:cNvSpPr/>
            <p:nvPr/>
          </p:nvSpPr>
          <p:spPr>
            <a:xfrm>
              <a:off x="1024699" y="2804856"/>
              <a:ext cx="6667500" cy="7025005"/>
            </a:xfrm>
            <a:custGeom>
              <a:avLst/>
              <a:gdLst/>
              <a:ahLst/>
              <a:cxnLst/>
              <a:rect l="l" t="t" r="r" b="b"/>
              <a:pathLst>
                <a:path w="6667500" h="7025005">
                  <a:moveTo>
                    <a:pt x="6353348" y="7024787"/>
                  </a:moveTo>
                  <a:lnTo>
                    <a:pt x="314324" y="7024787"/>
                  </a:lnTo>
                  <a:lnTo>
                    <a:pt x="267876" y="7021379"/>
                  </a:lnTo>
                  <a:lnTo>
                    <a:pt x="223543" y="7011479"/>
                  </a:lnTo>
                  <a:lnTo>
                    <a:pt x="181813" y="6995573"/>
                  </a:lnTo>
                  <a:lnTo>
                    <a:pt x="143171" y="6974147"/>
                  </a:lnTo>
                  <a:lnTo>
                    <a:pt x="108104" y="6947689"/>
                  </a:lnTo>
                  <a:lnTo>
                    <a:pt x="77098" y="6916682"/>
                  </a:lnTo>
                  <a:lnTo>
                    <a:pt x="50639" y="6881615"/>
                  </a:lnTo>
                  <a:lnTo>
                    <a:pt x="29214" y="6842974"/>
                  </a:lnTo>
                  <a:lnTo>
                    <a:pt x="13308" y="6801243"/>
                  </a:lnTo>
                  <a:lnTo>
                    <a:pt x="3408" y="6756911"/>
                  </a:lnTo>
                  <a:lnTo>
                    <a:pt x="0" y="6710462"/>
                  </a:lnTo>
                  <a:lnTo>
                    <a:pt x="0" y="314324"/>
                  </a:lnTo>
                  <a:lnTo>
                    <a:pt x="3408" y="267876"/>
                  </a:lnTo>
                  <a:lnTo>
                    <a:pt x="13308" y="223543"/>
                  </a:lnTo>
                  <a:lnTo>
                    <a:pt x="29214" y="181813"/>
                  </a:lnTo>
                  <a:lnTo>
                    <a:pt x="50639" y="143171"/>
                  </a:lnTo>
                  <a:lnTo>
                    <a:pt x="77098" y="108104"/>
                  </a:lnTo>
                  <a:lnTo>
                    <a:pt x="108104" y="77098"/>
                  </a:lnTo>
                  <a:lnTo>
                    <a:pt x="143171" y="50639"/>
                  </a:lnTo>
                  <a:lnTo>
                    <a:pt x="181813" y="29214"/>
                  </a:lnTo>
                  <a:lnTo>
                    <a:pt x="223543" y="13308"/>
                  </a:lnTo>
                  <a:lnTo>
                    <a:pt x="267876" y="3408"/>
                  </a:lnTo>
                  <a:lnTo>
                    <a:pt x="314324" y="0"/>
                  </a:lnTo>
                  <a:lnTo>
                    <a:pt x="6353348" y="0"/>
                  </a:lnTo>
                  <a:lnTo>
                    <a:pt x="6399797" y="3408"/>
                  </a:lnTo>
                  <a:lnTo>
                    <a:pt x="6444129" y="13308"/>
                  </a:lnTo>
                  <a:lnTo>
                    <a:pt x="6485859" y="29214"/>
                  </a:lnTo>
                  <a:lnTo>
                    <a:pt x="6524501" y="50639"/>
                  </a:lnTo>
                  <a:lnTo>
                    <a:pt x="6559568" y="77098"/>
                  </a:lnTo>
                  <a:lnTo>
                    <a:pt x="6590574" y="108104"/>
                  </a:lnTo>
                  <a:lnTo>
                    <a:pt x="6617033" y="143171"/>
                  </a:lnTo>
                  <a:lnTo>
                    <a:pt x="6638459" y="181813"/>
                  </a:lnTo>
                  <a:lnTo>
                    <a:pt x="6654365" y="223543"/>
                  </a:lnTo>
                  <a:lnTo>
                    <a:pt x="6664265" y="267876"/>
                  </a:lnTo>
                  <a:lnTo>
                    <a:pt x="6667499" y="311955"/>
                  </a:lnTo>
                  <a:lnTo>
                    <a:pt x="6667499" y="6712832"/>
                  </a:lnTo>
                  <a:lnTo>
                    <a:pt x="6664265" y="6756911"/>
                  </a:lnTo>
                  <a:lnTo>
                    <a:pt x="6654365" y="6801243"/>
                  </a:lnTo>
                  <a:lnTo>
                    <a:pt x="6638459" y="6842974"/>
                  </a:lnTo>
                  <a:lnTo>
                    <a:pt x="6617033" y="6881615"/>
                  </a:lnTo>
                  <a:lnTo>
                    <a:pt x="6590574" y="6916682"/>
                  </a:lnTo>
                  <a:lnTo>
                    <a:pt x="6559568" y="6947689"/>
                  </a:lnTo>
                  <a:lnTo>
                    <a:pt x="6524501" y="6974147"/>
                  </a:lnTo>
                  <a:lnTo>
                    <a:pt x="6485859" y="6995573"/>
                  </a:lnTo>
                  <a:lnTo>
                    <a:pt x="6444129" y="7011479"/>
                  </a:lnTo>
                  <a:lnTo>
                    <a:pt x="6399797" y="7021379"/>
                  </a:lnTo>
                  <a:lnTo>
                    <a:pt x="6353348" y="7024787"/>
                  </a:lnTo>
                  <a:close/>
                </a:path>
              </a:pathLst>
            </a:custGeom>
            <a:solidFill>
              <a:srgbClr val="498C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792778" y="3162545"/>
              <a:ext cx="780415" cy="762000"/>
            </a:xfrm>
            <a:custGeom>
              <a:avLst/>
              <a:gdLst/>
              <a:ahLst/>
              <a:cxnLst/>
              <a:rect l="l" t="t" r="r" b="b"/>
              <a:pathLst>
                <a:path w="780415" h="762000">
                  <a:moveTo>
                    <a:pt x="324573" y="761919"/>
                  </a:moveTo>
                  <a:lnTo>
                    <a:pt x="281456" y="761919"/>
                  </a:lnTo>
                  <a:lnTo>
                    <a:pt x="276124" y="759933"/>
                  </a:lnTo>
                  <a:lnTo>
                    <a:pt x="21122" y="528654"/>
                  </a:lnTo>
                  <a:lnTo>
                    <a:pt x="0" y="482838"/>
                  </a:lnTo>
                  <a:lnTo>
                    <a:pt x="3855" y="457859"/>
                  </a:lnTo>
                  <a:lnTo>
                    <a:pt x="17475" y="435505"/>
                  </a:lnTo>
                  <a:lnTo>
                    <a:pt x="38698" y="420177"/>
                  </a:lnTo>
                  <a:lnTo>
                    <a:pt x="63291" y="414382"/>
                  </a:lnTo>
                  <a:lnTo>
                    <a:pt x="88263" y="418237"/>
                  </a:lnTo>
                  <a:lnTo>
                    <a:pt x="110624" y="431857"/>
                  </a:lnTo>
                  <a:lnTo>
                    <a:pt x="290769" y="598422"/>
                  </a:lnTo>
                  <a:lnTo>
                    <a:pt x="660156" y="29047"/>
                  </a:lnTo>
                  <a:lnTo>
                    <a:pt x="678456" y="10338"/>
                  </a:lnTo>
                  <a:lnTo>
                    <a:pt x="701704" y="447"/>
                  </a:lnTo>
                  <a:lnTo>
                    <a:pt x="726971" y="0"/>
                  </a:lnTo>
                  <a:lnTo>
                    <a:pt x="751328" y="9621"/>
                  </a:lnTo>
                  <a:lnTo>
                    <a:pt x="770036" y="27924"/>
                  </a:lnTo>
                  <a:lnTo>
                    <a:pt x="779927" y="51178"/>
                  </a:lnTo>
                  <a:lnTo>
                    <a:pt x="780375" y="76446"/>
                  </a:lnTo>
                  <a:lnTo>
                    <a:pt x="770753" y="100793"/>
                  </a:lnTo>
                  <a:lnTo>
                    <a:pt x="358779" y="735806"/>
                  </a:lnTo>
                  <a:lnTo>
                    <a:pt x="347831" y="748716"/>
                  </a:lnTo>
                  <a:lnTo>
                    <a:pt x="334445" y="758137"/>
                  </a:lnTo>
                  <a:lnTo>
                    <a:pt x="324573" y="7619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8492" y="3334833"/>
              <a:ext cx="85725" cy="857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8492" y="4077783"/>
              <a:ext cx="85725" cy="857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8492" y="4820733"/>
              <a:ext cx="85725" cy="857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8492" y="5563683"/>
              <a:ext cx="85725" cy="857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8492" y="6306633"/>
              <a:ext cx="85725" cy="857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8492" y="7049583"/>
              <a:ext cx="85725" cy="857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8492" y="7792532"/>
              <a:ext cx="85725" cy="8572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8492" y="8535482"/>
              <a:ext cx="85725" cy="85724"/>
            </a:xfrm>
            <a:prstGeom prst="rect">
              <a:avLst/>
            </a:prstGeom>
          </p:spPr>
        </p:pic>
      </p:grpSp>
      <p:sp>
        <p:nvSpPr>
          <p:cNvPr id="31" name="object 31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54990">
              <a:lnSpc>
                <a:spcPct val="116100"/>
              </a:lnSpc>
              <a:spcBef>
                <a:spcPts val="100"/>
              </a:spcBef>
            </a:pPr>
            <a:r>
              <a:rPr dirty="0"/>
              <a:t>Permite</a:t>
            </a:r>
            <a:r>
              <a:rPr dirty="0" spc="355"/>
              <a:t> </a:t>
            </a:r>
            <a:r>
              <a:rPr dirty="0"/>
              <a:t>registrar</a:t>
            </a:r>
            <a:r>
              <a:rPr dirty="0" spc="350"/>
              <a:t> </a:t>
            </a:r>
            <a:r>
              <a:rPr dirty="0"/>
              <a:t>usuarios</a:t>
            </a:r>
            <a:r>
              <a:rPr dirty="0" spc="355"/>
              <a:t> </a:t>
            </a:r>
            <a:r>
              <a:rPr dirty="0" spc="-20"/>
              <a:t>como </a:t>
            </a:r>
            <a:r>
              <a:rPr dirty="0"/>
              <a:t>vecino</a:t>
            </a:r>
            <a:r>
              <a:rPr dirty="0" spc="165"/>
              <a:t> </a:t>
            </a:r>
            <a:r>
              <a:rPr dirty="0"/>
              <a:t>o</a:t>
            </a:r>
            <a:r>
              <a:rPr dirty="0" spc="165"/>
              <a:t> </a:t>
            </a:r>
            <a:r>
              <a:rPr dirty="0" spc="-10"/>
              <a:t>prestador.</a:t>
            </a:r>
          </a:p>
          <a:p>
            <a:pPr marL="12700" marR="205740">
              <a:lnSpc>
                <a:spcPct val="116100"/>
              </a:lnSpc>
            </a:pPr>
            <a:r>
              <a:rPr dirty="0"/>
              <a:t>Permite</a:t>
            </a:r>
            <a:r>
              <a:rPr dirty="0" spc="295"/>
              <a:t> </a:t>
            </a:r>
            <a:r>
              <a:rPr dirty="0"/>
              <a:t>buscar</a:t>
            </a:r>
            <a:r>
              <a:rPr dirty="0" spc="300"/>
              <a:t> </a:t>
            </a:r>
            <a:r>
              <a:rPr dirty="0"/>
              <a:t>servicios</a:t>
            </a:r>
            <a:r>
              <a:rPr dirty="0" spc="300"/>
              <a:t> </a:t>
            </a:r>
            <a:r>
              <a:rPr dirty="0"/>
              <a:t>dentro</a:t>
            </a:r>
            <a:r>
              <a:rPr dirty="0" spc="300"/>
              <a:t> </a:t>
            </a:r>
            <a:r>
              <a:rPr dirty="0" spc="-25"/>
              <a:t>de </a:t>
            </a:r>
            <a:r>
              <a:rPr dirty="0"/>
              <a:t>Ciudad</a:t>
            </a:r>
            <a:r>
              <a:rPr dirty="0" spc="190"/>
              <a:t> </a:t>
            </a:r>
            <a:r>
              <a:rPr dirty="0"/>
              <a:t>del</a:t>
            </a:r>
            <a:r>
              <a:rPr dirty="0" spc="190"/>
              <a:t> </a:t>
            </a:r>
            <a:r>
              <a:rPr dirty="0" spc="-20"/>
              <a:t>Sol.</a:t>
            </a:r>
          </a:p>
          <a:p>
            <a:pPr marL="12700" marR="1083945">
              <a:lnSpc>
                <a:spcPct val="116100"/>
              </a:lnSpc>
            </a:pPr>
            <a:r>
              <a:rPr dirty="0"/>
              <a:t>Permite</a:t>
            </a:r>
            <a:r>
              <a:rPr dirty="0" spc="229"/>
              <a:t> </a:t>
            </a:r>
            <a:r>
              <a:rPr dirty="0"/>
              <a:t>publicar</a:t>
            </a:r>
            <a:r>
              <a:rPr dirty="0" spc="235"/>
              <a:t> </a:t>
            </a:r>
            <a:r>
              <a:rPr dirty="0"/>
              <a:t>y</a:t>
            </a:r>
            <a:r>
              <a:rPr dirty="0" spc="235"/>
              <a:t> </a:t>
            </a:r>
            <a:r>
              <a:rPr dirty="0" spc="-10"/>
              <a:t>gestionar servicios.</a:t>
            </a:r>
          </a:p>
          <a:p>
            <a:pPr marL="12700" marR="1261745">
              <a:lnSpc>
                <a:spcPct val="116100"/>
              </a:lnSpc>
            </a:pPr>
            <a:r>
              <a:rPr dirty="0"/>
              <a:t>Permite</a:t>
            </a:r>
            <a:r>
              <a:rPr dirty="0" spc="215"/>
              <a:t> </a:t>
            </a:r>
            <a:r>
              <a:rPr dirty="0"/>
              <a:t>enviar</a:t>
            </a:r>
            <a:r>
              <a:rPr dirty="0" spc="215"/>
              <a:t> </a:t>
            </a:r>
            <a:r>
              <a:rPr dirty="0"/>
              <a:t>y</a:t>
            </a:r>
            <a:r>
              <a:rPr dirty="0" spc="220"/>
              <a:t> </a:t>
            </a:r>
            <a:r>
              <a:rPr dirty="0" spc="-10"/>
              <a:t>responder solicitudes.</a:t>
            </a:r>
          </a:p>
          <a:p>
            <a:pPr marL="12700" marR="1119505">
              <a:lnSpc>
                <a:spcPct val="116100"/>
              </a:lnSpc>
            </a:pPr>
            <a:r>
              <a:rPr dirty="0"/>
              <a:t>Permite</a:t>
            </a:r>
            <a:r>
              <a:rPr dirty="0" spc="300"/>
              <a:t> </a:t>
            </a:r>
            <a:r>
              <a:rPr dirty="0"/>
              <a:t>cambiar</a:t>
            </a:r>
            <a:r>
              <a:rPr dirty="0" spc="300"/>
              <a:t> </a:t>
            </a:r>
            <a:r>
              <a:rPr dirty="0"/>
              <a:t>estados</a:t>
            </a:r>
            <a:r>
              <a:rPr dirty="0" spc="300"/>
              <a:t> </a:t>
            </a:r>
            <a:r>
              <a:rPr dirty="0" spc="-25"/>
              <a:t>de </a:t>
            </a:r>
            <a:r>
              <a:rPr dirty="0" spc="-10"/>
              <a:t>solicitud.</a:t>
            </a:r>
          </a:p>
          <a:p>
            <a:pPr marL="12700" marR="485775">
              <a:lnSpc>
                <a:spcPct val="116100"/>
              </a:lnSpc>
            </a:pPr>
            <a:r>
              <a:rPr dirty="0"/>
              <a:t>Permite</a:t>
            </a:r>
            <a:r>
              <a:rPr dirty="0" spc="290"/>
              <a:t> </a:t>
            </a:r>
            <a:r>
              <a:rPr dirty="0"/>
              <a:t>realizar</a:t>
            </a:r>
            <a:r>
              <a:rPr dirty="0" spc="295"/>
              <a:t> </a:t>
            </a:r>
            <a:r>
              <a:rPr dirty="0"/>
              <a:t>pagos</a:t>
            </a:r>
            <a:r>
              <a:rPr dirty="0" spc="290"/>
              <a:t> </a:t>
            </a:r>
            <a:r>
              <a:rPr dirty="0" spc="-10"/>
              <a:t>mediante </a:t>
            </a:r>
            <a:r>
              <a:rPr dirty="0"/>
              <a:t>Mercado</a:t>
            </a:r>
            <a:r>
              <a:rPr dirty="0" spc="290"/>
              <a:t> </a:t>
            </a:r>
            <a:r>
              <a:rPr dirty="0" spc="-20"/>
              <a:t>Pago</a:t>
            </a:r>
          </a:p>
          <a:p>
            <a:pPr marL="12700" marR="1507490">
              <a:lnSpc>
                <a:spcPct val="116100"/>
              </a:lnSpc>
            </a:pPr>
            <a:r>
              <a:rPr dirty="0"/>
              <a:t>Permite</a:t>
            </a:r>
            <a:r>
              <a:rPr dirty="0" spc="335"/>
              <a:t> </a:t>
            </a:r>
            <a:r>
              <a:rPr dirty="0"/>
              <a:t>calificar</a:t>
            </a:r>
            <a:r>
              <a:rPr dirty="0" spc="335"/>
              <a:t> </a:t>
            </a:r>
            <a:r>
              <a:rPr dirty="0" spc="-10"/>
              <a:t>servicios finalizados.</a:t>
            </a:r>
          </a:p>
          <a:p>
            <a:pPr marL="12700" marR="5080">
              <a:lnSpc>
                <a:spcPct val="116100"/>
              </a:lnSpc>
            </a:pPr>
            <a:r>
              <a:rPr dirty="0"/>
              <a:t>Permite</a:t>
            </a:r>
            <a:r>
              <a:rPr dirty="0" spc="375"/>
              <a:t> </a:t>
            </a:r>
            <a:r>
              <a:rPr dirty="0"/>
              <a:t>administrar</a:t>
            </a:r>
            <a:r>
              <a:rPr dirty="0" spc="380"/>
              <a:t> </a:t>
            </a:r>
            <a:r>
              <a:rPr dirty="0" spc="-10"/>
              <a:t>usuarios, </a:t>
            </a:r>
            <a:r>
              <a:rPr dirty="0"/>
              <a:t>barrios,</a:t>
            </a:r>
            <a:r>
              <a:rPr dirty="0" spc="290"/>
              <a:t> </a:t>
            </a:r>
            <a:r>
              <a:rPr dirty="0"/>
              <a:t>categorías,</a:t>
            </a:r>
            <a:r>
              <a:rPr dirty="0" spc="295"/>
              <a:t> </a:t>
            </a:r>
            <a:r>
              <a:rPr dirty="0"/>
              <a:t>oficios</a:t>
            </a:r>
            <a:r>
              <a:rPr dirty="0" spc="295"/>
              <a:t> </a:t>
            </a:r>
            <a:r>
              <a:rPr dirty="0"/>
              <a:t>y</a:t>
            </a:r>
            <a:r>
              <a:rPr dirty="0" spc="295"/>
              <a:t> </a:t>
            </a:r>
            <a:r>
              <a:rPr dirty="0" spc="-10"/>
              <a:t>reportes </a:t>
            </a:r>
            <a:r>
              <a:rPr dirty="0"/>
              <a:t>desde</a:t>
            </a:r>
            <a:r>
              <a:rPr dirty="0" spc="150"/>
              <a:t> </a:t>
            </a:r>
            <a:r>
              <a:rPr dirty="0"/>
              <a:t>la</a:t>
            </a:r>
            <a:r>
              <a:rPr dirty="0" spc="155"/>
              <a:t> </a:t>
            </a:r>
            <a:r>
              <a:rPr dirty="0"/>
              <a:t>web</a:t>
            </a:r>
            <a:r>
              <a:rPr dirty="0" spc="150"/>
              <a:t> </a:t>
            </a:r>
            <a:r>
              <a:rPr dirty="0" spc="-10"/>
              <a:t>administrativa.</a:t>
            </a:r>
          </a:p>
        </p:txBody>
      </p:sp>
      <p:grpSp>
        <p:nvGrpSpPr>
          <p:cNvPr id="22" name="object 22"/>
          <p:cNvGrpSpPr/>
          <p:nvPr/>
        </p:nvGrpSpPr>
        <p:grpSpPr>
          <a:xfrm>
            <a:off x="8526779" y="2804856"/>
            <a:ext cx="6486525" cy="7025005"/>
            <a:chOff x="8526779" y="2804856"/>
            <a:chExt cx="6486525" cy="7025005"/>
          </a:xfrm>
        </p:grpSpPr>
        <p:sp>
          <p:nvSpPr>
            <p:cNvPr id="23" name="object 23"/>
            <p:cNvSpPr/>
            <p:nvPr/>
          </p:nvSpPr>
          <p:spPr>
            <a:xfrm>
              <a:off x="8526779" y="2804856"/>
              <a:ext cx="6486525" cy="7025005"/>
            </a:xfrm>
            <a:custGeom>
              <a:avLst/>
              <a:gdLst/>
              <a:ahLst/>
              <a:cxnLst/>
              <a:rect l="l" t="t" r="r" b="b"/>
              <a:pathLst>
                <a:path w="6486525" h="7025005">
                  <a:moveTo>
                    <a:pt x="6172655" y="7024787"/>
                  </a:moveTo>
                  <a:lnTo>
                    <a:pt x="314324" y="7024787"/>
                  </a:lnTo>
                  <a:lnTo>
                    <a:pt x="267876" y="7021379"/>
                  </a:lnTo>
                  <a:lnTo>
                    <a:pt x="223543" y="7011479"/>
                  </a:lnTo>
                  <a:lnTo>
                    <a:pt x="181813" y="6995573"/>
                  </a:lnTo>
                  <a:lnTo>
                    <a:pt x="143171" y="6974147"/>
                  </a:lnTo>
                  <a:lnTo>
                    <a:pt x="108104" y="6947689"/>
                  </a:lnTo>
                  <a:lnTo>
                    <a:pt x="77098" y="6916682"/>
                  </a:lnTo>
                  <a:lnTo>
                    <a:pt x="50639" y="6881615"/>
                  </a:lnTo>
                  <a:lnTo>
                    <a:pt x="29214" y="6842974"/>
                  </a:lnTo>
                  <a:lnTo>
                    <a:pt x="13308" y="6801243"/>
                  </a:lnTo>
                  <a:lnTo>
                    <a:pt x="3408" y="6756911"/>
                  </a:lnTo>
                  <a:lnTo>
                    <a:pt x="0" y="6710462"/>
                  </a:lnTo>
                  <a:lnTo>
                    <a:pt x="0" y="314324"/>
                  </a:lnTo>
                  <a:lnTo>
                    <a:pt x="3408" y="267876"/>
                  </a:lnTo>
                  <a:lnTo>
                    <a:pt x="13308" y="223543"/>
                  </a:lnTo>
                  <a:lnTo>
                    <a:pt x="29214" y="181813"/>
                  </a:lnTo>
                  <a:lnTo>
                    <a:pt x="50639" y="143171"/>
                  </a:lnTo>
                  <a:lnTo>
                    <a:pt x="77098" y="108104"/>
                  </a:lnTo>
                  <a:lnTo>
                    <a:pt x="108104" y="77098"/>
                  </a:lnTo>
                  <a:lnTo>
                    <a:pt x="143171" y="50639"/>
                  </a:lnTo>
                  <a:lnTo>
                    <a:pt x="181813" y="29214"/>
                  </a:lnTo>
                  <a:lnTo>
                    <a:pt x="223543" y="13308"/>
                  </a:lnTo>
                  <a:lnTo>
                    <a:pt x="267876" y="3408"/>
                  </a:lnTo>
                  <a:lnTo>
                    <a:pt x="314324" y="0"/>
                  </a:lnTo>
                  <a:lnTo>
                    <a:pt x="6172655" y="0"/>
                  </a:lnTo>
                  <a:lnTo>
                    <a:pt x="6219104" y="3408"/>
                  </a:lnTo>
                  <a:lnTo>
                    <a:pt x="6263437" y="13308"/>
                  </a:lnTo>
                  <a:lnTo>
                    <a:pt x="6305167" y="29214"/>
                  </a:lnTo>
                  <a:lnTo>
                    <a:pt x="6343809" y="50639"/>
                  </a:lnTo>
                  <a:lnTo>
                    <a:pt x="6378876" y="77098"/>
                  </a:lnTo>
                  <a:lnTo>
                    <a:pt x="6409882" y="108104"/>
                  </a:lnTo>
                  <a:lnTo>
                    <a:pt x="6436340" y="143171"/>
                  </a:lnTo>
                  <a:lnTo>
                    <a:pt x="6457766" y="181813"/>
                  </a:lnTo>
                  <a:lnTo>
                    <a:pt x="6473672" y="223543"/>
                  </a:lnTo>
                  <a:lnTo>
                    <a:pt x="6483572" y="267876"/>
                  </a:lnTo>
                  <a:lnTo>
                    <a:pt x="6486525" y="308118"/>
                  </a:lnTo>
                  <a:lnTo>
                    <a:pt x="6486525" y="6716669"/>
                  </a:lnTo>
                  <a:lnTo>
                    <a:pt x="6483572" y="6756911"/>
                  </a:lnTo>
                  <a:lnTo>
                    <a:pt x="6473672" y="6801243"/>
                  </a:lnTo>
                  <a:lnTo>
                    <a:pt x="6457766" y="6842974"/>
                  </a:lnTo>
                  <a:lnTo>
                    <a:pt x="6436340" y="6881615"/>
                  </a:lnTo>
                  <a:lnTo>
                    <a:pt x="6409882" y="6916682"/>
                  </a:lnTo>
                  <a:lnTo>
                    <a:pt x="6378876" y="6947689"/>
                  </a:lnTo>
                  <a:lnTo>
                    <a:pt x="6343809" y="6974147"/>
                  </a:lnTo>
                  <a:lnTo>
                    <a:pt x="6305167" y="6995573"/>
                  </a:lnTo>
                  <a:lnTo>
                    <a:pt x="6263437" y="7011479"/>
                  </a:lnTo>
                  <a:lnTo>
                    <a:pt x="6219104" y="7021379"/>
                  </a:lnTo>
                  <a:lnTo>
                    <a:pt x="6172655" y="7024787"/>
                  </a:lnTo>
                  <a:close/>
                </a:path>
              </a:pathLst>
            </a:custGeom>
            <a:solidFill>
              <a:srgbClr val="2862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4043952" y="3180730"/>
              <a:ext cx="720725" cy="720725"/>
            </a:xfrm>
            <a:custGeom>
              <a:avLst/>
              <a:gdLst/>
              <a:ahLst/>
              <a:cxnLst/>
              <a:rect l="l" t="t" r="r" b="b"/>
              <a:pathLst>
                <a:path w="720725" h="720725">
                  <a:moveTo>
                    <a:pt x="17714" y="702845"/>
                  </a:moveTo>
                  <a:lnTo>
                    <a:pt x="4418" y="682805"/>
                  </a:lnTo>
                  <a:lnTo>
                    <a:pt x="0" y="660002"/>
                  </a:lnTo>
                  <a:lnTo>
                    <a:pt x="4447" y="637200"/>
                  </a:lnTo>
                  <a:lnTo>
                    <a:pt x="17751" y="617166"/>
                  </a:lnTo>
                  <a:lnTo>
                    <a:pt x="274638" y="360279"/>
                  </a:lnTo>
                  <a:lnTo>
                    <a:pt x="17751" y="103392"/>
                  </a:lnTo>
                  <a:lnTo>
                    <a:pt x="4441" y="83338"/>
                  </a:lnTo>
                  <a:lnTo>
                    <a:pt x="6" y="60527"/>
                  </a:lnTo>
                  <a:lnTo>
                    <a:pt x="4434" y="37729"/>
                  </a:lnTo>
                  <a:lnTo>
                    <a:pt x="17714" y="17714"/>
                  </a:lnTo>
                  <a:lnTo>
                    <a:pt x="37754" y="4418"/>
                  </a:lnTo>
                  <a:lnTo>
                    <a:pt x="60557" y="0"/>
                  </a:lnTo>
                  <a:lnTo>
                    <a:pt x="83358" y="4447"/>
                  </a:lnTo>
                  <a:lnTo>
                    <a:pt x="103392" y="17751"/>
                  </a:lnTo>
                  <a:lnTo>
                    <a:pt x="360279" y="274638"/>
                  </a:lnTo>
                  <a:lnTo>
                    <a:pt x="617166" y="17751"/>
                  </a:lnTo>
                  <a:lnTo>
                    <a:pt x="637221" y="4441"/>
                  </a:lnTo>
                  <a:lnTo>
                    <a:pt x="660032" y="6"/>
                  </a:lnTo>
                  <a:lnTo>
                    <a:pt x="682830" y="4434"/>
                  </a:lnTo>
                  <a:lnTo>
                    <a:pt x="702845" y="17714"/>
                  </a:lnTo>
                  <a:lnTo>
                    <a:pt x="716141" y="37754"/>
                  </a:lnTo>
                  <a:lnTo>
                    <a:pt x="720559" y="60557"/>
                  </a:lnTo>
                  <a:lnTo>
                    <a:pt x="716112" y="83358"/>
                  </a:lnTo>
                  <a:lnTo>
                    <a:pt x="702808" y="103392"/>
                  </a:lnTo>
                  <a:lnTo>
                    <a:pt x="445921" y="360279"/>
                  </a:lnTo>
                  <a:lnTo>
                    <a:pt x="702808" y="617166"/>
                  </a:lnTo>
                  <a:lnTo>
                    <a:pt x="716118" y="637221"/>
                  </a:lnTo>
                  <a:lnTo>
                    <a:pt x="720553" y="660032"/>
                  </a:lnTo>
                  <a:lnTo>
                    <a:pt x="716125" y="682830"/>
                  </a:lnTo>
                  <a:lnTo>
                    <a:pt x="702845" y="702845"/>
                  </a:lnTo>
                  <a:lnTo>
                    <a:pt x="682805" y="716141"/>
                  </a:lnTo>
                  <a:lnTo>
                    <a:pt x="660002" y="720559"/>
                  </a:lnTo>
                  <a:lnTo>
                    <a:pt x="637200" y="716112"/>
                  </a:lnTo>
                  <a:lnTo>
                    <a:pt x="617166" y="702808"/>
                  </a:lnTo>
                  <a:lnTo>
                    <a:pt x="360279" y="445921"/>
                  </a:lnTo>
                  <a:lnTo>
                    <a:pt x="103392" y="702808"/>
                  </a:lnTo>
                  <a:lnTo>
                    <a:pt x="83338" y="716118"/>
                  </a:lnTo>
                  <a:lnTo>
                    <a:pt x="60527" y="720553"/>
                  </a:lnTo>
                  <a:lnTo>
                    <a:pt x="37729" y="716125"/>
                  </a:lnTo>
                  <a:lnTo>
                    <a:pt x="17714" y="7028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51910" y="3395558"/>
              <a:ext cx="85725" cy="857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51910" y="4509983"/>
              <a:ext cx="85725" cy="8572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51910" y="5624408"/>
              <a:ext cx="85725" cy="8572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51910" y="6738833"/>
              <a:ext cx="85725" cy="8572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51910" y="7481783"/>
              <a:ext cx="85725" cy="85724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9263940" y="3188548"/>
            <a:ext cx="3761104" cy="5226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6675">
              <a:lnSpc>
                <a:spcPct val="116100"/>
              </a:lnSpc>
              <a:spcBef>
                <a:spcPts val="100"/>
              </a:spcBef>
            </a:pP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No</a:t>
            </a:r>
            <a:r>
              <a:rPr dirty="0" sz="2100" spc="21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garantiza</a:t>
            </a:r>
            <a:r>
              <a:rPr dirty="0" sz="2100" spc="22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la</a:t>
            </a:r>
            <a:r>
              <a:rPr dirty="0" sz="2100" spc="22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calidad</a:t>
            </a:r>
            <a:r>
              <a:rPr dirty="0" sz="2100" spc="22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Montserrat"/>
                <a:cs typeface="Montserrat"/>
              </a:rPr>
              <a:t>del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trabajo</a:t>
            </a:r>
            <a:r>
              <a:rPr dirty="0" sz="2100" spc="27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realizado</a:t>
            </a:r>
            <a:r>
              <a:rPr dirty="0" sz="2100" spc="27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por</a:t>
            </a:r>
            <a:r>
              <a:rPr dirty="0" sz="2100" spc="27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Montserrat"/>
                <a:cs typeface="Montserrat"/>
              </a:rPr>
              <a:t>el </a:t>
            </a:r>
            <a:r>
              <a:rPr dirty="0" sz="2100" spc="-10">
                <a:solidFill>
                  <a:srgbClr val="FFFFFF"/>
                </a:solidFill>
                <a:latin typeface="Montserrat"/>
                <a:cs typeface="Montserrat"/>
              </a:rPr>
              <a:t>prestador.</a:t>
            </a:r>
            <a:endParaRPr sz="2100">
              <a:latin typeface="Montserrat"/>
              <a:cs typeface="Montserrat"/>
            </a:endParaRPr>
          </a:p>
          <a:p>
            <a:pPr marL="12700" marR="307975">
              <a:lnSpc>
                <a:spcPct val="116100"/>
              </a:lnSpc>
            </a:pP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No</a:t>
            </a:r>
            <a:r>
              <a:rPr dirty="0" sz="2100" spc="21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almacena</a:t>
            </a:r>
            <a:r>
              <a:rPr dirty="0" sz="2100" spc="22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20">
                <a:solidFill>
                  <a:srgbClr val="FFFFFF"/>
                </a:solidFill>
                <a:latin typeface="Montserrat"/>
                <a:cs typeface="Montserrat"/>
              </a:rPr>
              <a:t>datos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bancarios</a:t>
            </a:r>
            <a:r>
              <a:rPr dirty="0" sz="2100" spc="254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ni</a:t>
            </a:r>
            <a:r>
              <a:rPr dirty="0" sz="2100" spc="254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números</a:t>
            </a:r>
            <a:r>
              <a:rPr dirty="0" sz="2100" spc="26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Montserrat"/>
                <a:cs typeface="Montserrat"/>
              </a:rPr>
              <a:t>de </a:t>
            </a:r>
            <a:r>
              <a:rPr dirty="0" sz="2100" spc="-10">
                <a:solidFill>
                  <a:srgbClr val="FFFFFF"/>
                </a:solidFill>
                <a:latin typeface="Montserrat"/>
                <a:cs typeface="Montserrat"/>
              </a:rPr>
              <a:t>tarjeta.</a:t>
            </a:r>
            <a:endParaRPr sz="2100">
              <a:latin typeface="Montserrat"/>
              <a:cs typeface="Montserrat"/>
            </a:endParaRPr>
          </a:p>
          <a:p>
            <a:pPr marL="12700" marR="152400">
              <a:lnSpc>
                <a:spcPct val="116100"/>
              </a:lnSpc>
            </a:pP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No</a:t>
            </a:r>
            <a:r>
              <a:rPr dirty="0" sz="2100" spc="204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establece</a:t>
            </a:r>
            <a:r>
              <a:rPr dirty="0" sz="2100" spc="21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una</a:t>
            </a:r>
            <a:r>
              <a:rPr dirty="0" sz="2100" spc="204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Montserrat"/>
                <a:cs typeface="Montserrat"/>
              </a:rPr>
              <a:t>relación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laboral</a:t>
            </a:r>
            <a:r>
              <a:rPr dirty="0" sz="2100" spc="27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entre</a:t>
            </a:r>
            <a:r>
              <a:rPr dirty="0" sz="2100" spc="27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vecinos</a:t>
            </a:r>
            <a:r>
              <a:rPr dirty="0" sz="2100" spc="27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50">
                <a:solidFill>
                  <a:srgbClr val="FFFFFF"/>
                </a:solidFill>
                <a:latin typeface="Montserrat"/>
                <a:cs typeface="Montserrat"/>
              </a:rPr>
              <a:t>y </a:t>
            </a:r>
            <a:r>
              <a:rPr dirty="0" sz="2100" spc="-10">
                <a:solidFill>
                  <a:srgbClr val="FFFFFF"/>
                </a:solidFill>
                <a:latin typeface="Montserrat"/>
                <a:cs typeface="Montserrat"/>
              </a:rPr>
              <a:t>prestadores.</a:t>
            </a:r>
            <a:endParaRPr sz="2100">
              <a:latin typeface="Montserrat"/>
              <a:cs typeface="Montserrat"/>
            </a:endParaRPr>
          </a:p>
          <a:p>
            <a:pPr marL="12700" marR="5080">
              <a:lnSpc>
                <a:spcPct val="116100"/>
              </a:lnSpc>
            </a:pP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No</a:t>
            </a:r>
            <a:r>
              <a:rPr dirty="0" sz="2100" spc="21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funciona</a:t>
            </a:r>
            <a:r>
              <a:rPr dirty="0" sz="2100" spc="21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sin</a:t>
            </a:r>
            <a:r>
              <a:rPr dirty="0" sz="2100" spc="22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conexión</a:t>
            </a:r>
            <a:r>
              <a:rPr dirty="0" sz="2100" spc="21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50">
                <a:solidFill>
                  <a:srgbClr val="FFFFFF"/>
                </a:solidFill>
                <a:latin typeface="Montserrat"/>
                <a:cs typeface="Montserrat"/>
              </a:rPr>
              <a:t>a </a:t>
            </a:r>
            <a:r>
              <a:rPr dirty="0" sz="2100" spc="-10">
                <a:solidFill>
                  <a:srgbClr val="FFFFFF"/>
                </a:solidFill>
                <a:latin typeface="Montserrat"/>
                <a:cs typeface="Montserrat"/>
              </a:rPr>
              <a:t>internet.</a:t>
            </a:r>
            <a:endParaRPr sz="2100">
              <a:latin typeface="Montserrat"/>
              <a:cs typeface="Montserrat"/>
            </a:endParaRPr>
          </a:p>
          <a:p>
            <a:pPr marL="12700" marR="460375">
              <a:lnSpc>
                <a:spcPct val="116100"/>
              </a:lnSpc>
            </a:pP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No</a:t>
            </a:r>
            <a:r>
              <a:rPr dirty="0" sz="2100" spc="23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reemplaza</a:t>
            </a:r>
            <a:r>
              <a:rPr dirty="0" sz="2100" spc="24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Montserrat"/>
                <a:cs typeface="Montserrat"/>
              </a:rPr>
              <a:t>acuerdos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personales</a:t>
            </a:r>
            <a:r>
              <a:rPr dirty="0" sz="2100" spc="32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>
                <a:solidFill>
                  <a:srgbClr val="FFFFFF"/>
                </a:solidFill>
                <a:latin typeface="Montserrat"/>
                <a:cs typeface="Montserrat"/>
              </a:rPr>
              <a:t>fuera</a:t>
            </a:r>
            <a:r>
              <a:rPr dirty="0" sz="2100" spc="32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Montserrat"/>
                <a:cs typeface="Montserrat"/>
              </a:rPr>
              <a:t>del </a:t>
            </a:r>
            <a:r>
              <a:rPr dirty="0" sz="2100" spc="-10">
                <a:solidFill>
                  <a:srgbClr val="FFFFFF"/>
                </a:solidFill>
                <a:latin typeface="Montserrat"/>
                <a:cs typeface="Montserrat"/>
              </a:rPr>
              <a:t>sistema.</a:t>
            </a:r>
            <a:endParaRPr sz="2100">
              <a:latin typeface="Montserrat"/>
              <a:cs typeface="Montserrat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15672564" y="0"/>
            <a:ext cx="2614295" cy="10287000"/>
            <a:chOff x="15672564" y="0"/>
            <a:chExt cx="2614295" cy="10287000"/>
          </a:xfrm>
        </p:grpSpPr>
        <p:sp>
          <p:nvSpPr>
            <p:cNvPr id="3" name="object 3"/>
            <p:cNvSpPr/>
            <p:nvPr/>
          </p:nvSpPr>
          <p:spPr>
            <a:xfrm>
              <a:off x="16107860" y="0"/>
              <a:ext cx="431165" cy="10287000"/>
            </a:xfrm>
            <a:custGeom>
              <a:avLst/>
              <a:gdLst/>
              <a:ahLst/>
              <a:cxnLst/>
              <a:rect l="l" t="t" r="r" b="b"/>
              <a:pathLst>
                <a:path w="431165" h="10287000">
                  <a:moveTo>
                    <a:pt x="0" y="10286999"/>
                  </a:moveTo>
                  <a:lnTo>
                    <a:pt x="431018" y="10286999"/>
                  </a:lnTo>
                  <a:lnTo>
                    <a:pt x="431018" y="0"/>
                  </a:lnTo>
                  <a:lnTo>
                    <a:pt x="0" y="0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1542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538878" y="0"/>
              <a:ext cx="431165" cy="10287000"/>
            </a:xfrm>
            <a:custGeom>
              <a:avLst/>
              <a:gdLst/>
              <a:ahLst/>
              <a:cxnLst/>
              <a:rect l="l" t="t" r="r" b="b"/>
              <a:pathLst>
                <a:path w="431165" h="10287000">
                  <a:moveTo>
                    <a:pt x="0" y="10286999"/>
                  </a:moveTo>
                  <a:lnTo>
                    <a:pt x="431016" y="10286999"/>
                  </a:lnTo>
                  <a:lnTo>
                    <a:pt x="431016" y="0"/>
                  </a:lnTo>
                  <a:lnTo>
                    <a:pt x="0" y="0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20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969895" y="0"/>
              <a:ext cx="438150" cy="10287000"/>
            </a:xfrm>
            <a:custGeom>
              <a:avLst/>
              <a:gdLst/>
              <a:ahLst/>
              <a:cxnLst/>
              <a:rect l="l" t="t" r="r" b="b"/>
              <a:pathLst>
                <a:path w="438150" h="10287000">
                  <a:moveTo>
                    <a:pt x="438149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438149" y="0"/>
                  </a:lnTo>
                  <a:lnTo>
                    <a:pt x="438149" y="10286999"/>
                  </a:lnTo>
                  <a:close/>
                </a:path>
              </a:pathLst>
            </a:custGeom>
            <a:solidFill>
              <a:srgbClr val="2D7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409264" y="0"/>
              <a:ext cx="438150" cy="10287000"/>
            </a:xfrm>
            <a:custGeom>
              <a:avLst/>
              <a:gdLst/>
              <a:ahLst/>
              <a:cxnLst/>
              <a:rect l="l" t="t" r="r" b="b"/>
              <a:pathLst>
                <a:path w="438150" h="10287000">
                  <a:moveTo>
                    <a:pt x="438149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438149" y="0"/>
                  </a:lnTo>
                  <a:lnTo>
                    <a:pt x="438149" y="10286999"/>
                  </a:lnTo>
                  <a:close/>
                </a:path>
              </a:pathLst>
            </a:custGeom>
            <a:solidFill>
              <a:srgbClr val="498C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7848632" y="0"/>
              <a:ext cx="438150" cy="10287000"/>
            </a:xfrm>
            <a:custGeom>
              <a:avLst/>
              <a:gdLst/>
              <a:ahLst/>
              <a:cxnLst/>
              <a:rect l="l" t="t" r="r" b="b"/>
              <a:pathLst>
                <a:path w="438150" h="10287000">
                  <a:moveTo>
                    <a:pt x="438149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438149" y="0"/>
                  </a:lnTo>
                  <a:lnTo>
                    <a:pt x="438149" y="10286999"/>
                  </a:lnTo>
                  <a:close/>
                </a:path>
              </a:pathLst>
            </a:custGeom>
            <a:solidFill>
              <a:srgbClr val="5D9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5672564" y="0"/>
              <a:ext cx="435609" cy="10286365"/>
            </a:xfrm>
            <a:custGeom>
              <a:avLst/>
              <a:gdLst/>
              <a:ahLst/>
              <a:cxnLst/>
              <a:rect l="l" t="t" r="r" b="b"/>
              <a:pathLst>
                <a:path w="435609" h="10286365">
                  <a:moveTo>
                    <a:pt x="435294" y="10286168"/>
                  </a:moveTo>
                  <a:lnTo>
                    <a:pt x="0" y="10286168"/>
                  </a:lnTo>
                  <a:lnTo>
                    <a:pt x="0" y="0"/>
                  </a:lnTo>
                  <a:lnTo>
                    <a:pt x="435294" y="0"/>
                  </a:lnTo>
                  <a:lnTo>
                    <a:pt x="435294" y="10286168"/>
                  </a:lnTo>
                  <a:close/>
                </a:path>
              </a:pathLst>
            </a:custGeom>
            <a:solidFill>
              <a:srgbClr val="0A2648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25869" y="698409"/>
            <a:ext cx="9662160" cy="2705100"/>
          </a:xfrm>
          <a:custGeom>
            <a:avLst/>
            <a:gdLst/>
            <a:ahLst/>
            <a:cxnLst/>
            <a:rect l="l" t="t" r="r" b="b"/>
            <a:pathLst>
              <a:path w="9662160" h="2705100">
                <a:moveTo>
                  <a:pt x="9662128" y="2705099"/>
                </a:moveTo>
                <a:lnTo>
                  <a:pt x="0" y="2705099"/>
                </a:lnTo>
                <a:lnTo>
                  <a:pt x="0" y="0"/>
                </a:lnTo>
                <a:lnTo>
                  <a:pt x="9662128" y="0"/>
                </a:lnTo>
                <a:lnTo>
                  <a:pt x="9662128" y="2705099"/>
                </a:lnTo>
                <a:close/>
              </a:path>
            </a:pathLst>
          </a:custGeom>
          <a:solidFill>
            <a:srgbClr val="20539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625869" y="3793493"/>
            <a:ext cx="9662160" cy="2705100"/>
          </a:xfrm>
          <a:custGeom>
            <a:avLst/>
            <a:gdLst/>
            <a:ahLst/>
            <a:cxnLst/>
            <a:rect l="l" t="t" r="r" b="b"/>
            <a:pathLst>
              <a:path w="9662160" h="2705100">
                <a:moveTo>
                  <a:pt x="9662128" y="2705099"/>
                </a:moveTo>
                <a:lnTo>
                  <a:pt x="0" y="2705099"/>
                </a:lnTo>
                <a:lnTo>
                  <a:pt x="0" y="0"/>
                </a:lnTo>
                <a:lnTo>
                  <a:pt x="9662128" y="0"/>
                </a:lnTo>
                <a:lnTo>
                  <a:pt x="9662128" y="2705099"/>
                </a:lnTo>
                <a:close/>
              </a:path>
            </a:pathLst>
          </a:custGeom>
          <a:solidFill>
            <a:srgbClr val="2862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7793177"/>
            <a:ext cx="6168390" cy="1095375"/>
          </a:xfrm>
          <a:custGeom>
            <a:avLst/>
            <a:gdLst/>
            <a:ahLst/>
            <a:cxnLst/>
            <a:rect l="l" t="t" r="r" b="b"/>
            <a:pathLst>
              <a:path w="6168390" h="1095375">
                <a:moveTo>
                  <a:pt x="0" y="0"/>
                </a:moveTo>
                <a:lnTo>
                  <a:pt x="6167856" y="0"/>
                </a:lnTo>
                <a:lnTo>
                  <a:pt x="6167856" y="1095374"/>
                </a:lnTo>
                <a:lnTo>
                  <a:pt x="0" y="1095374"/>
                </a:lnTo>
                <a:lnTo>
                  <a:pt x="0" y="0"/>
                </a:lnTo>
                <a:close/>
              </a:path>
            </a:pathLst>
          </a:custGeom>
          <a:solidFill>
            <a:srgbClr val="B5D0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625869" y="6879820"/>
            <a:ext cx="9662160" cy="2705100"/>
          </a:xfrm>
          <a:custGeom>
            <a:avLst/>
            <a:gdLst/>
            <a:ahLst/>
            <a:cxnLst/>
            <a:rect l="l" t="t" r="r" b="b"/>
            <a:pathLst>
              <a:path w="9662160" h="2705100">
                <a:moveTo>
                  <a:pt x="9662128" y="2705099"/>
                </a:moveTo>
                <a:lnTo>
                  <a:pt x="0" y="2705099"/>
                </a:lnTo>
                <a:lnTo>
                  <a:pt x="0" y="0"/>
                </a:lnTo>
                <a:lnTo>
                  <a:pt x="9662128" y="0"/>
                </a:lnTo>
                <a:lnTo>
                  <a:pt x="9662128" y="2705099"/>
                </a:lnTo>
                <a:close/>
              </a:path>
            </a:pathLst>
          </a:custGeom>
          <a:solidFill>
            <a:srgbClr val="6BA7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09398" y="9198445"/>
            <a:ext cx="19050" cy="1089025"/>
          </a:xfrm>
          <a:custGeom>
            <a:avLst/>
            <a:gdLst/>
            <a:ahLst/>
            <a:cxnLst/>
            <a:rect l="l" t="t" r="r" b="b"/>
            <a:pathLst>
              <a:path w="19050" h="1089025">
                <a:moveTo>
                  <a:pt x="0" y="1088554"/>
                </a:moveTo>
                <a:lnTo>
                  <a:pt x="19049" y="1088554"/>
                </a:lnTo>
                <a:lnTo>
                  <a:pt x="19049" y="0"/>
                </a:lnTo>
                <a:lnTo>
                  <a:pt x="0" y="0"/>
                </a:lnTo>
                <a:lnTo>
                  <a:pt x="0" y="1088554"/>
                </a:lnTo>
                <a:close/>
              </a:path>
            </a:pathLst>
          </a:custGeom>
          <a:solidFill>
            <a:srgbClr val="0A264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1248906" y="0"/>
            <a:ext cx="4919345" cy="9198610"/>
            <a:chOff x="1248906" y="0"/>
            <a:chExt cx="4919345" cy="9198610"/>
          </a:xfrm>
        </p:grpSpPr>
        <p:sp>
          <p:nvSpPr>
            <p:cNvPr id="8" name="object 8"/>
            <p:cNvSpPr/>
            <p:nvPr/>
          </p:nvSpPr>
          <p:spPr>
            <a:xfrm>
              <a:off x="2109398" y="0"/>
              <a:ext cx="19050" cy="9131300"/>
            </a:xfrm>
            <a:custGeom>
              <a:avLst/>
              <a:gdLst/>
              <a:ahLst/>
              <a:cxnLst/>
              <a:rect l="l" t="t" r="r" b="b"/>
              <a:pathLst>
                <a:path w="19050" h="9131300">
                  <a:moveTo>
                    <a:pt x="0" y="9130913"/>
                  </a:moveTo>
                  <a:lnTo>
                    <a:pt x="19049" y="9130913"/>
                  </a:lnTo>
                  <a:lnTo>
                    <a:pt x="19049" y="0"/>
                  </a:lnTo>
                  <a:lnTo>
                    <a:pt x="0" y="0"/>
                  </a:lnTo>
                  <a:lnTo>
                    <a:pt x="0" y="9130913"/>
                  </a:lnTo>
                  <a:close/>
                </a:path>
              </a:pathLst>
            </a:custGeom>
            <a:solidFill>
              <a:srgbClr val="0A26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248906" y="9130914"/>
              <a:ext cx="4919345" cy="67945"/>
            </a:xfrm>
            <a:custGeom>
              <a:avLst/>
              <a:gdLst/>
              <a:ahLst/>
              <a:cxnLst/>
              <a:rect l="l" t="t" r="r" b="b"/>
              <a:pathLst>
                <a:path w="4919345" h="67945">
                  <a:moveTo>
                    <a:pt x="0" y="0"/>
                  </a:moveTo>
                  <a:lnTo>
                    <a:pt x="4918954" y="0"/>
                  </a:lnTo>
                  <a:lnTo>
                    <a:pt x="4918954" y="67531"/>
                  </a:lnTo>
                  <a:lnTo>
                    <a:pt x="0" y="675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73B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2677183" y="887307"/>
            <a:ext cx="4653915" cy="2225040"/>
          </a:xfrm>
          <a:prstGeom prst="rect"/>
        </p:spPr>
        <p:txBody>
          <a:bodyPr wrap="square" lIns="0" tIns="215265" rIns="0" bIns="0" rtlCol="0" vert="horz">
            <a:spAutoFit/>
          </a:bodyPr>
          <a:lstStyle/>
          <a:p>
            <a:pPr marL="12700" marR="5080">
              <a:lnSpc>
                <a:spcPts val="7859"/>
              </a:lnSpc>
              <a:spcBef>
                <a:spcPts val="1695"/>
              </a:spcBef>
            </a:pPr>
            <a:r>
              <a:rPr dirty="0" sz="7850" spc="850">
                <a:solidFill>
                  <a:srgbClr val="1B3B6B"/>
                </a:solidFill>
              </a:rPr>
              <a:t>Nuestros </a:t>
            </a:r>
            <a:r>
              <a:rPr dirty="0" sz="7850" spc="869">
                <a:solidFill>
                  <a:srgbClr val="1B3B6B"/>
                </a:solidFill>
              </a:rPr>
              <a:t>Usuarios</a:t>
            </a:r>
            <a:endParaRPr sz="7850"/>
          </a:p>
        </p:txBody>
      </p:sp>
      <p:sp>
        <p:nvSpPr>
          <p:cNvPr id="10" name="object 10"/>
          <p:cNvSpPr/>
          <p:nvPr/>
        </p:nvSpPr>
        <p:spPr>
          <a:xfrm>
            <a:off x="9119603" y="1419405"/>
            <a:ext cx="1257935" cy="1146810"/>
          </a:xfrm>
          <a:custGeom>
            <a:avLst/>
            <a:gdLst/>
            <a:ahLst/>
            <a:cxnLst/>
            <a:rect l="l" t="t" r="r" b="b"/>
            <a:pathLst>
              <a:path w="1257934" h="1146810">
                <a:moveTo>
                  <a:pt x="30055" y="200660"/>
                </a:moveTo>
                <a:lnTo>
                  <a:pt x="22662" y="200660"/>
                </a:lnTo>
                <a:lnTo>
                  <a:pt x="19142" y="199390"/>
                </a:lnTo>
                <a:lnTo>
                  <a:pt x="12457" y="195580"/>
                </a:lnTo>
                <a:lnTo>
                  <a:pt x="9557" y="194310"/>
                </a:lnTo>
                <a:lnTo>
                  <a:pt x="4640" y="187960"/>
                </a:lnTo>
                <a:lnTo>
                  <a:pt x="2819" y="185420"/>
                </a:lnTo>
                <a:lnTo>
                  <a:pt x="452" y="177800"/>
                </a:lnTo>
                <a:lnTo>
                  <a:pt x="0" y="175260"/>
                </a:lnTo>
                <a:lnTo>
                  <a:pt x="557" y="167640"/>
                </a:lnTo>
                <a:lnTo>
                  <a:pt x="179211" y="1270"/>
                </a:lnTo>
                <a:lnTo>
                  <a:pt x="185433" y="0"/>
                </a:lnTo>
                <a:lnTo>
                  <a:pt x="199188" y="0"/>
                </a:lnTo>
                <a:lnTo>
                  <a:pt x="205001" y="1270"/>
                </a:lnTo>
                <a:lnTo>
                  <a:pt x="275892" y="63500"/>
                </a:lnTo>
                <a:lnTo>
                  <a:pt x="192179" y="63500"/>
                </a:lnTo>
                <a:lnTo>
                  <a:pt x="46320" y="193040"/>
                </a:lnTo>
                <a:lnTo>
                  <a:pt x="43638" y="195580"/>
                </a:lnTo>
                <a:lnTo>
                  <a:pt x="40565" y="196850"/>
                </a:lnTo>
                <a:lnTo>
                  <a:pt x="33636" y="199390"/>
                </a:lnTo>
                <a:lnTo>
                  <a:pt x="30055" y="200660"/>
                </a:lnTo>
                <a:close/>
              </a:path>
              <a:path w="1257934" h="1146810">
                <a:moveTo>
                  <a:pt x="711377" y="373380"/>
                </a:moveTo>
                <a:lnTo>
                  <a:pt x="628902" y="373380"/>
                </a:lnTo>
                <a:lnTo>
                  <a:pt x="1050312" y="3810"/>
                </a:lnTo>
                <a:lnTo>
                  <a:pt x="1053119" y="2540"/>
                </a:lnTo>
                <a:lnTo>
                  <a:pt x="1059344" y="0"/>
                </a:lnTo>
                <a:lnTo>
                  <a:pt x="1072423" y="0"/>
                </a:lnTo>
                <a:lnTo>
                  <a:pt x="1078634" y="2540"/>
                </a:lnTo>
                <a:lnTo>
                  <a:pt x="1081430" y="3810"/>
                </a:lnTo>
                <a:lnTo>
                  <a:pt x="1148243" y="63500"/>
                </a:lnTo>
                <a:lnTo>
                  <a:pt x="1065625" y="63500"/>
                </a:lnTo>
                <a:lnTo>
                  <a:pt x="711377" y="373380"/>
                </a:lnTo>
                <a:close/>
              </a:path>
              <a:path w="1257934" h="1146810">
                <a:moveTo>
                  <a:pt x="636070" y="791210"/>
                </a:moveTo>
                <a:lnTo>
                  <a:pt x="621734" y="791210"/>
                </a:lnTo>
                <a:lnTo>
                  <a:pt x="614991" y="788670"/>
                </a:lnTo>
                <a:lnTo>
                  <a:pt x="601545" y="767080"/>
                </a:lnTo>
                <a:lnTo>
                  <a:pt x="601597" y="421640"/>
                </a:lnTo>
                <a:lnTo>
                  <a:pt x="192179" y="63500"/>
                </a:lnTo>
                <a:lnTo>
                  <a:pt x="275892" y="63500"/>
                </a:lnTo>
                <a:lnTo>
                  <a:pt x="628902" y="373380"/>
                </a:lnTo>
                <a:lnTo>
                  <a:pt x="711377" y="373380"/>
                </a:lnTo>
                <a:lnTo>
                  <a:pt x="656207" y="421640"/>
                </a:lnTo>
                <a:lnTo>
                  <a:pt x="656259" y="767080"/>
                </a:lnTo>
                <a:lnTo>
                  <a:pt x="655603" y="770890"/>
                </a:lnTo>
                <a:lnTo>
                  <a:pt x="652878" y="778510"/>
                </a:lnTo>
                <a:lnTo>
                  <a:pt x="650913" y="781050"/>
                </a:lnTo>
                <a:lnTo>
                  <a:pt x="645782" y="786130"/>
                </a:lnTo>
                <a:lnTo>
                  <a:pt x="642813" y="788670"/>
                </a:lnTo>
                <a:lnTo>
                  <a:pt x="636070" y="791210"/>
                </a:lnTo>
                <a:close/>
              </a:path>
              <a:path w="1257934" h="1146810">
                <a:moveTo>
                  <a:pt x="1235141" y="200660"/>
                </a:moveTo>
                <a:lnTo>
                  <a:pt x="1227748" y="200660"/>
                </a:lnTo>
                <a:lnTo>
                  <a:pt x="1224167" y="199390"/>
                </a:lnTo>
                <a:lnTo>
                  <a:pt x="1217239" y="196850"/>
                </a:lnTo>
                <a:lnTo>
                  <a:pt x="1214166" y="195580"/>
                </a:lnTo>
                <a:lnTo>
                  <a:pt x="1211484" y="193040"/>
                </a:lnTo>
                <a:lnTo>
                  <a:pt x="1065625" y="63500"/>
                </a:lnTo>
                <a:lnTo>
                  <a:pt x="1148243" y="63500"/>
                </a:lnTo>
                <a:lnTo>
                  <a:pt x="1250594" y="154940"/>
                </a:lnTo>
                <a:lnTo>
                  <a:pt x="1252865" y="157480"/>
                </a:lnTo>
                <a:lnTo>
                  <a:pt x="1256259" y="163830"/>
                </a:lnTo>
                <a:lnTo>
                  <a:pt x="1257247" y="167640"/>
                </a:lnTo>
                <a:lnTo>
                  <a:pt x="1257804" y="175260"/>
                </a:lnTo>
                <a:lnTo>
                  <a:pt x="1257352" y="177800"/>
                </a:lnTo>
                <a:lnTo>
                  <a:pt x="1254984" y="185420"/>
                </a:lnTo>
                <a:lnTo>
                  <a:pt x="1253163" y="187960"/>
                </a:lnTo>
                <a:lnTo>
                  <a:pt x="1248247" y="194310"/>
                </a:lnTo>
                <a:lnTo>
                  <a:pt x="1245347" y="195580"/>
                </a:lnTo>
                <a:lnTo>
                  <a:pt x="1238661" y="199390"/>
                </a:lnTo>
                <a:lnTo>
                  <a:pt x="1235141" y="200660"/>
                </a:lnTo>
                <a:close/>
              </a:path>
              <a:path w="1257934" h="1146810">
                <a:moveTo>
                  <a:pt x="205671" y="627380"/>
                </a:moveTo>
                <a:lnTo>
                  <a:pt x="141018" y="614680"/>
                </a:lnTo>
                <a:lnTo>
                  <a:pt x="93091" y="580390"/>
                </a:lnTo>
                <a:lnTo>
                  <a:pt x="64736" y="532130"/>
                </a:lnTo>
                <a:lnTo>
                  <a:pt x="55493" y="477520"/>
                </a:lnTo>
                <a:lnTo>
                  <a:pt x="57784" y="449580"/>
                </a:lnTo>
                <a:lnTo>
                  <a:pt x="76465" y="397510"/>
                </a:lnTo>
                <a:lnTo>
                  <a:pt x="114713" y="355600"/>
                </a:lnTo>
                <a:lnTo>
                  <a:pt x="171505" y="330200"/>
                </a:lnTo>
                <a:lnTo>
                  <a:pt x="205671" y="327660"/>
                </a:lnTo>
                <a:lnTo>
                  <a:pt x="239837" y="330200"/>
                </a:lnTo>
                <a:lnTo>
                  <a:pt x="270324" y="340360"/>
                </a:lnTo>
                <a:lnTo>
                  <a:pt x="296630" y="355600"/>
                </a:lnTo>
                <a:lnTo>
                  <a:pt x="318252" y="374650"/>
                </a:lnTo>
                <a:lnTo>
                  <a:pt x="323794" y="382270"/>
                </a:lnTo>
                <a:lnTo>
                  <a:pt x="205671" y="382270"/>
                </a:lnTo>
                <a:lnTo>
                  <a:pt x="182241" y="383540"/>
                </a:lnTo>
                <a:lnTo>
                  <a:pt x="146878" y="398780"/>
                </a:lnTo>
                <a:lnTo>
                  <a:pt x="116220" y="441960"/>
                </a:lnTo>
                <a:lnTo>
                  <a:pt x="110103" y="477520"/>
                </a:lnTo>
                <a:lnTo>
                  <a:pt x="111652" y="495300"/>
                </a:lnTo>
                <a:lnTo>
                  <a:pt x="133942" y="543560"/>
                </a:lnTo>
                <a:lnTo>
                  <a:pt x="182241" y="570230"/>
                </a:lnTo>
                <a:lnTo>
                  <a:pt x="205671" y="572770"/>
                </a:lnTo>
                <a:lnTo>
                  <a:pt x="323794" y="572770"/>
                </a:lnTo>
                <a:lnTo>
                  <a:pt x="318252" y="580390"/>
                </a:lnTo>
                <a:lnTo>
                  <a:pt x="296630" y="599440"/>
                </a:lnTo>
                <a:lnTo>
                  <a:pt x="270324" y="614680"/>
                </a:lnTo>
                <a:lnTo>
                  <a:pt x="239837" y="623570"/>
                </a:lnTo>
                <a:lnTo>
                  <a:pt x="205671" y="627380"/>
                </a:lnTo>
                <a:close/>
              </a:path>
              <a:path w="1257934" h="1146810">
                <a:moveTo>
                  <a:pt x="1052186" y="627380"/>
                </a:moveTo>
                <a:lnTo>
                  <a:pt x="987532" y="614680"/>
                </a:lnTo>
                <a:lnTo>
                  <a:pt x="939605" y="580390"/>
                </a:lnTo>
                <a:lnTo>
                  <a:pt x="911250" y="532130"/>
                </a:lnTo>
                <a:lnTo>
                  <a:pt x="902007" y="477520"/>
                </a:lnTo>
                <a:lnTo>
                  <a:pt x="904298" y="449580"/>
                </a:lnTo>
                <a:lnTo>
                  <a:pt x="922980" y="397510"/>
                </a:lnTo>
                <a:lnTo>
                  <a:pt x="961227" y="355600"/>
                </a:lnTo>
                <a:lnTo>
                  <a:pt x="1018019" y="330200"/>
                </a:lnTo>
                <a:lnTo>
                  <a:pt x="1052186" y="327660"/>
                </a:lnTo>
                <a:lnTo>
                  <a:pt x="1086343" y="330200"/>
                </a:lnTo>
                <a:lnTo>
                  <a:pt x="1116812" y="340360"/>
                </a:lnTo>
                <a:lnTo>
                  <a:pt x="1143099" y="355600"/>
                </a:lnTo>
                <a:lnTo>
                  <a:pt x="1164713" y="374650"/>
                </a:lnTo>
                <a:lnTo>
                  <a:pt x="1170257" y="382270"/>
                </a:lnTo>
                <a:lnTo>
                  <a:pt x="1052186" y="382270"/>
                </a:lnTo>
                <a:lnTo>
                  <a:pt x="1028746" y="383540"/>
                </a:lnTo>
                <a:lnTo>
                  <a:pt x="993347" y="398780"/>
                </a:lnTo>
                <a:lnTo>
                  <a:pt x="962707" y="441960"/>
                </a:lnTo>
                <a:lnTo>
                  <a:pt x="956617" y="477520"/>
                </a:lnTo>
                <a:lnTo>
                  <a:pt x="958158" y="495300"/>
                </a:lnTo>
                <a:lnTo>
                  <a:pt x="980403" y="543560"/>
                </a:lnTo>
                <a:lnTo>
                  <a:pt x="1028746" y="570230"/>
                </a:lnTo>
                <a:lnTo>
                  <a:pt x="1052186" y="572770"/>
                </a:lnTo>
                <a:lnTo>
                  <a:pt x="1170257" y="572770"/>
                </a:lnTo>
                <a:lnTo>
                  <a:pt x="1164713" y="580390"/>
                </a:lnTo>
                <a:lnTo>
                  <a:pt x="1143099" y="599440"/>
                </a:lnTo>
                <a:lnTo>
                  <a:pt x="1116812" y="614680"/>
                </a:lnTo>
                <a:lnTo>
                  <a:pt x="1086343" y="623570"/>
                </a:lnTo>
                <a:lnTo>
                  <a:pt x="1052186" y="627380"/>
                </a:lnTo>
                <a:close/>
              </a:path>
              <a:path w="1257934" h="1146810">
                <a:moveTo>
                  <a:pt x="323794" y="572770"/>
                </a:moveTo>
                <a:lnTo>
                  <a:pt x="205671" y="572770"/>
                </a:lnTo>
                <a:lnTo>
                  <a:pt x="229102" y="570230"/>
                </a:lnTo>
                <a:lnTo>
                  <a:pt x="248532" y="565150"/>
                </a:lnTo>
                <a:lnTo>
                  <a:pt x="287654" y="529590"/>
                </a:lnTo>
                <a:lnTo>
                  <a:pt x="301239" y="477520"/>
                </a:lnTo>
                <a:lnTo>
                  <a:pt x="299691" y="458470"/>
                </a:lnTo>
                <a:lnTo>
                  <a:pt x="277401" y="411480"/>
                </a:lnTo>
                <a:lnTo>
                  <a:pt x="229102" y="383540"/>
                </a:lnTo>
                <a:lnTo>
                  <a:pt x="205671" y="382270"/>
                </a:lnTo>
                <a:lnTo>
                  <a:pt x="323794" y="382270"/>
                </a:lnTo>
                <a:lnTo>
                  <a:pt x="334877" y="397510"/>
                </a:lnTo>
                <a:lnTo>
                  <a:pt x="346607" y="422910"/>
                </a:lnTo>
                <a:lnTo>
                  <a:pt x="353559" y="449580"/>
                </a:lnTo>
                <a:lnTo>
                  <a:pt x="355850" y="477520"/>
                </a:lnTo>
                <a:lnTo>
                  <a:pt x="353559" y="505460"/>
                </a:lnTo>
                <a:lnTo>
                  <a:pt x="346607" y="532130"/>
                </a:lnTo>
                <a:lnTo>
                  <a:pt x="334877" y="557530"/>
                </a:lnTo>
                <a:lnTo>
                  <a:pt x="323794" y="572770"/>
                </a:lnTo>
                <a:close/>
              </a:path>
              <a:path w="1257934" h="1146810">
                <a:moveTo>
                  <a:pt x="1170257" y="572770"/>
                </a:moveTo>
                <a:lnTo>
                  <a:pt x="1052186" y="572770"/>
                </a:lnTo>
                <a:lnTo>
                  <a:pt x="1075616" y="570230"/>
                </a:lnTo>
                <a:lnTo>
                  <a:pt x="1095047" y="565150"/>
                </a:lnTo>
                <a:lnTo>
                  <a:pt x="1134168" y="529590"/>
                </a:lnTo>
                <a:lnTo>
                  <a:pt x="1147754" y="477520"/>
                </a:lnTo>
                <a:lnTo>
                  <a:pt x="1146205" y="458470"/>
                </a:lnTo>
                <a:lnTo>
                  <a:pt x="1123915" y="411480"/>
                </a:lnTo>
                <a:lnTo>
                  <a:pt x="1075616" y="383540"/>
                </a:lnTo>
                <a:lnTo>
                  <a:pt x="1052186" y="382270"/>
                </a:lnTo>
                <a:lnTo>
                  <a:pt x="1170257" y="382270"/>
                </a:lnTo>
                <a:lnTo>
                  <a:pt x="1181347" y="397510"/>
                </a:lnTo>
                <a:lnTo>
                  <a:pt x="1193095" y="422910"/>
                </a:lnTo>
                <a:lnTo>
                  <a:pt x="1200065" y="449580"/>
                </a:lnTo>
                <a:lnTo>
                  <a:pt x="1202364" y="477520"/>
                </a:lnTo>
                <a:lnTo>
                  <a:pt x="1200065" y="505460"/>
                </a:lnTo>
                <a:lnTo>
                  <a:pt x="1193095" y="532130"/>
                </a:lnTo>
                <a:lnTo>
                  <a:pt x="1181347" y="557530"/>
                </a:lnTo>
                <a:lnTo>
                  <a:pt x="1170257" y="572770"/>
                </a:lnTo>
                <a:close/>
              </a:path>
              <a:path w="1257934" h="1146810">
                <a:moveTo>
                  <a:pt x="31842" y="1146810"/>
                </a:moveTo>
                <a:lnTo>
                  <a:pt x="24533" y="1146810"/>
                </a:lnTo>
                <a:lnTo>
                  <a:pt x="21020" y="1145540"/>
                </a:lnTo>
                <a:lnTo>
                  <a:pt x="831" y="1122680"/>
                </a:lnTo>
                <a:lnTo>
                  <a:pt x="882" y="845820"/>
                </a:lnTo>
                <a:lnTo>
                  <a:pt x="6758" y="802640"/>
                </a:lnTo>
                <a:lnTo>
                  <a:pt x="23323" y="763270"/>
                </a:lnTo>
                <a:lnTo>
                  <a:pt x="48991" y="730250"/>
                </a:lnTo>
                <a:lnTo>
                  <a:pt x="82171" y="704850"/>
                </a:lnTo>
                <a:lnTo>
                  <a:pt x="121275" y="688340"/>
                </a:lnTo>
                <a:lnTo>
                  <a:pt x="164714" y="681990"/>
                </a:lnTo>
                <a:lnTo>
                  <a:pt x="199862" y="685800"/>
                </a:lnTo>
                <a:lnTo>
                  <a:pt x="232442" y="697230"/>
                </a:lnTo>
                <a:lnTo>
                  <a:pt x="261596" y="713740"/>
                </a:lnTo>
                <a:lnTo>
                  <a:pt x="286467" y="736600"/>
                </a:lnTo>
                <a:lnTo>
                  <a:pt x="164714" y="736600"/>
                </a:lnTo>
                <a:lnTo>
                  <a:pt x="122070" y="745490"/>
                </a:lnTo>
                <a:lnTo>
                  <a:pt x="87368" y="768350"/>
                </a:lnTo>
                <a:lnTo>
                  <a:pt x="64033" y="803910"/>
                </a:lnTo>
                <a:lnTo>
                  <a:pt x="55493" y="845820"/>
                </a:lnTo>
                <a:lnTo>
                  <a:pt x="55544" y="1122680"/>
                </a:lnTo>
                <a:lnTo>
                  <a:pt x="54889" y="1126490"/>
                </a:lnTo>
                <a:lnTo>
                  <a:pt x="35355" y="1145540"/>
                </a:lnTo>
                <a:lnTo>
                  <a:pt x="31842" y="1146810"/>
                </a:lnTo>
                <a:close/>
              </a:path>
              <a:path w="1257934" h="1146810">
                <a:moveTo>
                  <a:pt x="919819" y="868680"/>
                </a:moveTo>
                <a:lnTo>
                  <a:pt x="844570" y="868680"/>
                </a:lnTo>
                <a:lnTo>
                  <a:pt x="971923" y="735330"/>
                </a:lnTo>
                <a:lnTo>
                  <a:pt x="997168" y="713740"/>
                </a:lnTo>
                <a:lnTo>
                  <a:pt x="1026527" y="695960"/>
                </a:lnTo>
                <a:lnTo>
                  <a:pt x="1058875" y="685800"/>
                </a:lnTo>
                <a:lnTo>
                  <a:pt x="1093090" y="681990"/>
                </a:lnTo>
                <a:lnTo>
                  <a:pt x="1136598" y="688340"/>
                </a:lnTo>
                <a:lnTo>
                  <a:pt x="1175722" y="704850"/>
                </a:lnTo>
                <a:lnTo>
                  <a:pt x="1208888" y="730250"/>
                </a:lnTo>
                <a:lnTo>
                  <a:pt x="1213818" y="736600"/>
                </a:lnTo>
                <a:lnTo>
                  <a:pt x="1093090" y="736600"/>
                </a:lnTo>
                <a:lnTo>
                  <a:pt x="1070274" y="739140"/>
                </a:lnTo>
                <a:lnTo>
                  <a:pt x="1048666" y="746760"/>
                </a:lnTo>
                <a:lnTo>
                  <a:pt x="1028977" y="758190"/>
                </a:lnTo>
                <a:lnTo>
                  <a:pt x="1011921" y="773430"/>
                </a:lnTo>
                <a:lnTo>
                  <a:pt x="919819" y="868680"/>
                </a:lnTo>
                <a:close/>
              </a:path>
              <a:path w="1257934" h="1146810">
                <a:moveTo>
                  <a:pt x="406727" y="924560"/>
                </a:moveTo>
                <a:lnTo>
                  <a:pt x="400125" y="924560"/>
                </a:lnTo>
                <a:lnTo>
                  <a:pt x="394040" y="923290"/>
                </a:lnTo>
                <a:lnTo>
                  <a:pt x="388473" y="920750"/>
                </a:lnTo>
                <a:lnTo>
                  <a:pt x="383422" y="915670"/>
                </a:lnTo>
                <a:lnTo>
                  <a:pt x="246469" y="773430"/>
                </a:lnTo>
                <a:lnTo>
                  <a:pt x="245882" y="773430"/>
                </a:lnTo>
                <a:lnTo>
                  <a:pt x="229325" y="758190"/>
                </a:lnTo>
                <a:lnTo>
                  <a:pt x="209956" y="746760"/>
                </a:lnTo>
                <a:lnTo>
                  <a:pt x="188258" y="739140"/>
                </a:lnTo>
                <a:lnTo>
                  <a:pt x="164714" y="736600"/>
                </a:lnTo>
                <a:lnTo>
                  <a:pt x="286467" y="736600"/>
                </a:lnTo>
                <a:lnTo>
                  <a:pt x="413233" y="868680"/>
                </a:lnTo>
                <a:lnTo>
                  <a:pt x="648198" y="868680"/>
                </a:lnTo>
                <a:lnTo>
                  <a:pt x="670261" y="892810"/>
                </a:lnTo>
                <a:lnTo>
                  <a:pt x="672918" y="900430"/>
                </a:lnTo>
                <a:lnTo>
                  <a:pt x="582451" y="900430"/>
                </a:lnTo>
                <a:lnTo>
                  <a:pt x="406727" y="924560"/>
                </a:lnTo>
                <a:close/>
              </a:path>
              <a:path w="1257934" h="1146810">
                <a:moveTo>
                  <a:pt x="1229616" y="1146810"/>
                </a:moveTo>
                <a:lnTo>
                  <a:pt x="1218979" y="1144270"/>
                </a:lnTo>
                <a:lnTo>
                  <a:pt x="1210301" y="1137920"/>
                </a:lnTo>
                <a:lnTo>
                  <a:pt x="1204454" y="1129030"/>
                </a:lnTo>
                <a:lnTo>
                  <a:pt x="1202311" y="1118870"/>
                </a:lnTo>
                <a:lnTo>
                  <a:pt x="1202311" y="845820"/>
                </a:lnTo>
                <a:lnTo>
                  <a:pt x="1193716" y="803910"/>
                </a:lnTo>
                <a:lnTo>
                  <a:pt x="1170289" y="768350"/>
                </a:lnTo>
                <a:lnTo>
                  <a:pt x="1135567" y="745490"/>
                </a:lnTo>
                <a:lnTo>
                  <a:pt x="1093090" y="736600"/>
                </a:lnTo>
                <a:lnTo>
                  <a:pt x="1213818" y="736600"/>
                </a:lnTo>
                <a:lnTo>
                  <a:pt x="1234525" y="763270"/>
                </a:lnTo>
                <a:lnTo>
                  <a:pt x="1251060" y="802640"/>
                </a:lnTo>
                <a:lnTo>
                  <a:pt x="1256921" y="845820"/>
                </a:lnTo>
                <a:lnTo>
                  <a:pt x="1256921" y="1118870"/>
                </a:lnTo>
                <a:lnTo>
                  <a:pt x="1254778" y="1129030"/>
                </a:lnTo>
                <a:lnTo>
                  <a:pt x="1248931" y="1137920"/>
                </a:lnTo>
                <a:lnTo>
                  <a:pt x="1240253" y="1144270"/>
                </a:lnTo>
                <a:lnTo>
                  <a:pt x="1229616" y="1146810"/>
                </a:lnTo>
                <a:close/>
              </a:path>
              <a:path w="1257934" h="1146810">
                <a:moveTo>
                  <a:pt x="648198" y="868680"/>
                </a:moveTo>
                <a:lnTo>
                  <a:pt x="413233" y="868680"/>
                </a:lnTo>
                <a:lnTo>
                  <a:pt x="575358" y="847090"/>
                </a:lnTo>
                <a:lnTo>
                  <a:pt x="613056" y="849630"/>
                </a:lnTo>
                <a:lnTo>
                  <a:pt x="645875" y="866140"/>
                </a:lnTo>
                <a:lnTo>
                  <a:pt x="648198" y="868680"/>
                </a:lnTo>
                <a:close/>
              </a:path>
              <a:path w="1257934" h="1146810">
                <a:moveTo>
                  <a:pt x="857471" y="924560"/>
                </a:moveTo>
                <a:lnTo>
                  <a:pt x="851076" y="924560"/>
                </a:lnTo>
                <a:lnTo>
                  <a:pt x="734443" y="909320"/>
                </a:lnTo>
                <a:lnTo>
                  <a:pt x="729899" y="892810"/>
                </a:lnTo>
                <a:lnTo>
                  <a:pt x="723686" y="877570"/>
                </a:lnTo>
                <a:lnTo>
                  <a:pt x="715931" y="863600"/>
                </a:lnTo>
                <a:lnTo>
                  <a:pt x="706764" y="849630"/>
                </a:lnTo>
                <a:lnTo>
                  <a:pt x="844570" y="868680"/>
                </a:lnTo>
                <a:lnTo>
                  <a:pt x="919819" y="868680"/>
                </a:lnTo>
                <a:lnTo>
                  <a:pt x="874382" y="915670"/>
                </a:lnTo>
                <a:lnTo>
                  <a:pt x="869385" y="920750"/>
                </a:lnTo>
                <a:lnTo>
                  <a:pt x="863661" y="923290"/>
                </a:lnTo>
                <a:lnTo>
                  <a:pt x="857471" y="924560"/>
                </a:lnTo>
                <a:close/>
              </a:path>
              <a:path w="1257934" h="1146810">
                <a:moveTo>
                  <a:pt x="652175" y="1009650"/>
                </a:moveTo>
                <a:lnTo>
                  <a:pt x="388541" y="1009650"/>
                </a:lnTo>
                <a:lnTo>
                  <a:pt x="593330" y="981710"/>
                </a:lnTo>
                <a:lnTo>
                  <a:pt x="608861" y="976630"/>
                </a:lnTo>
                <a:lnTo>
                  <a:pt x="620603" y="966470"/>
                </a:lnTo>
                <a:lnTo>
                  <a:pt x="627508" y="952500"/>
                </a:lnTo>
                <a:lnTo>
                  <a:pt x="628528" y="935990"/>
                </a:lnTo>
                <a:lnTo>
                  <a:pt x="623242" y="920750"/>
                </a:lnTo>
                <a:lnTo>
                  <a:pt x="612869" y="909320"/>
                </a:lnTo>
                <a:lnTo>
                  <a:pt x="598807" y="901700"/>
                </a:lnTo>
                <a:lnTo>
                  <a:pt x="582451" y="900430"/>
                </a:lnTo>
                <a:lnTo>
                  <a:pt x="672918" y="900430"/>
                </a:lnTo>
                <a:lnTo>
                  <a:pt x="682659" y="928370"/>
                </a:lnTo>
                <a:lnTo>
                  <a:pt x="680062" y="966470"/>
                </a:lnTo>
                <a:lnTo>
                  <a:pt x="663711" y="999490"/>
                </a:lnTo>
                <a:lnTo>
                  <a:pt x="652175" y="1009650"/>
                </a:lnTo>
                <a:close/>
              </a:path>
              <a:path w="1257934" h="1146810">
                <a:moveTo>
                  <a:pt x="304894" y="1146810"/>
                </a:moveTo>
                <a:lnTo>
                  <a:pt x="297585" y="1146810"/>
                </a:lnTo>
                <a:lnTo>
                  <a:pt x="294072" y="1145540"/>
                </a:lnTo>
                <a:lnTo>
                  <a:pt x="273883" y="1122680"/>
                </a:lnTo>
                <a:lnTo>
                  <a:pt x="273934" y="1008380"/>
                </a:lnTo>
                <a:lnTo>
                  <a:pt x="227782" y="975360"/>
                </a:lnTo>
                <a:lnTo>
                  <a:pt x="225344" y="972820"/>
                </a:lnTo>
                <a:lnTo>
                  <a:pt x="221499" y="966470"/>
                </a:lnTo>
                <a:lnTo>
                  <a:pt x="220238" y="962660"/>
                </a:lnTo>
                <a:lnTo>
                  <a:pt x="219043" y="956310"/>
                </a:lnTo>
                <a:lnTo>
                  <a:pt x="219153" y="952500"/>
                </a:lnTo>
                <a:lnTo>
                  <a:pt x="245709" y="927100"/>
                </a:lnTo>
                <a:lnTo>
                  <a:pt x="249265" y="927100"/>
                </a:lnTo>
                <a:lnTo>
                  <a:pt x="256332" y="929640"/>
                </a:lnTo>
                <a:lnTo>
                  <a:pt x="259573" y="930910"/>
                </a:lnTo>
                <a:lnTo>
                  <a:pt x="311319" y="967740"/>
                </a:lnTo>
                <a:lnTo>
                  <a:pt x="316044" y="970280"/>
                </a:lnTo>
                <a:lnTo>
                  <a:pt x="318195" y="972820"/>
                </a:lnTo>
                <a:lnTo>
                  <a:pt x="320118" y="974090"/>
                </a:lnTo>
                <a:lnTo>
                  <a:pt x="359460" y="1002030"/>
                </a:lnTo>
                <a:lnTo>
                  <a:pt x="361066" y="1003300"/>
                </a:lnTo>
                <a:lnTo>
                  <a:pt x="360650" y="1003300"/>
                </a:lnTo>
                <a:lnTo>
                  <a:pt x="364278" y="1005840"/>
                </a:lnTo>
                <a:lnTo>
                  <a:pt x="365108" y="1005840"/>
                </a:lnTo>
                <a:lnTo>
                  <a:pt x="367337" y="1007110"/>
                </a:lnTo>
                <a:lnTo>
                  <a:pt x="375164" y="1009650"/>
                </a:lnTo>
                <a:lnTo>
                  <a:pt x="652175" y="1009650"/>
                </a:lnTo>
                <a:lnTo>
                  <a:pt x="636314" y="1023620"/>
                </a:lnTo>
                <a:lnTo>
                  <a:pt x="600583" y="1036320"/>
                </a:lnTo>
                <a:lnTo>
                  <a:pt x="512817" y="1047750"/>
                </a:lnTo>
                <a:lnTo>
                  <a:pt x="328545" y="1047750"/>
                </a:lnTo>
                <a:lnTo>
                  <a:pt x="328596" y="1122680"/>
                </a:lnTo>
                <a:lnTo>
                  <a:pt x="308407" y="1145540"/>
                </a:lnTo>
                <a:lnTo>
                  <a:pt x="304894" y="1146810"/>
                </a:lnTo>
                <a:close/>
              </a:path>
              <a:path w="1257934" h="1146810">
                <a:moveTo>
                  <a:pt x="983923" y="1009650"/>
                </a:moveTo>
                <a:lnTo>
                  <a:pt x="876715" y="1009650"/>
                </a:lnTo>
                <a:lnTo>
                  <a:pt x="890776" y="1007110"/>
                </a:lnTo>
                <a:lnTo>
                  <a:pt x="897154" y="1003300"/>
                </a:lnTo>
                <a:lnTo>
                  <a:pt x="901504" y="999490"/>
                </a:lnTo>
                <a:lnTo>
                  <a:pt x="939657" y="972820"/>
                </a:lnTo>
                <a:lnTo>
                  <a:pt x="941665" y="970280"/>
                </a:lnTo>
                <a:lnTo>
                  <a:pt x="943871" y="970280"/>
                </a:lnTo>
                <a:lnTo>
                  <a:pt x="1001439" y="928370"/>
                </a:lnTo>
                <a:lnTo>
                  <a:pt x="1008766" y="927100"/>
                </a:lnTo>
                <a:lnTo>
                  <a:pt x="1037909" y="952500"/>
                </a:lnTo>
                <a:lnTo>
                  <a:pt x="1038009" y="956310"/>
                </a:lnTo>
                <a:lnTo>
                  <a:pt x="1038108" y="960120"/>
                </a:lnTo>
                <a:lnTo>
                  <a:pt x="1034459" y="969010"/>
                </a:lnTo>
                <a:lnTo>
                  <a:pt x="1027067" y="977900"/>
                </a:lnTo>
                <a:lnTo>
                  <a:pt x="1004502" y="993140"/>
                </a:lnTo>
                <a:lnTo>
                  <a:pt x="983923" y="1008380"/>
                </a:lnTo>
                <a:lnTo>
                  <a:pt x="983923" y="1009650"/>
                </a:lnTo>
                <a:close/>
              </a:path>
              <a:path w="1257934" h="1146810">
                <a:moveTo>
                  <a:pt x="879219" y="1064260"/>
                </a:moveTo>
                <a:lnTo>
                  <a:pt x="862009" y="1062990"/>
                </a:lnTo>
                <a:lnTo>
                  <a:pt x="699405" y="1041400"/>
                </a:lnTo>
                <a:lnTo>
                  <a:pt x="708806" y="1029970"/>
                </a:lnTo>
                <a:lnTo>
                  <a:pt x="717022" y="1018540"/>
                </a:lnTo>
                <a:lnTo>
                  <a:pt x="723989" y="1004570"/>
                </a:lnTo>
                <a:lnTo>
                  <a:pt x="729643" y="990600"/>
                </a:lnTo>
                <a:lnTo>
                  <a:pt x="869262" y="1009650"/>
                </a:lnTo>
                <a:lnTo>
                  <a:pt x="983923" y="1009650"/>
                </a:lnTo>
                <a:lnTo>
                  <a:pt x="983940" y="1047750"/>
                </a:lnTo>
                <a:lnTo>
                  <a:pt x="929298" y="1047750"/>
                </a:lnTo>
                <a:lnTo>
                  <a:pt x="927232" y="1049020"/>
                </a:lnTo>
                <a:lnTo>
                  <a:pt x="912234" y="1056640"/>
                </a:lnTo>
                <a:lnTo>
                  <a:pt x="896095" y="1061720"/>
                </a:lnTo>
                <a:lnTo>
                  <a:pt x="879219" y="1064260"/>
                </a:lnTo>
                <a:close/>
              </a:path>
              <a:path w="1257934" h="1146810">
                <a:moveTo>
                  <a:pt x="364278" y="1005840"/>
                </a:moveTo>
                <a:lnTo>
                  <a:pt x="360650" y="1003300"/>
                </a:lnTo>
                <a:lnTo>
                  <a:pt x="362139" y="1004148"/>
                </a:lnTo>
                <a:lnTo>
                  <a:pt x="364278" y="1005840"/>
                </a:lnTo>
                <a:close/>
              </a:path>
              <a:path w="1257934" h="1146810">
                <a:moveTo>
                  <a:pt x="362139" y="1004148"/>
                </a:moveTo>
                <a:lnTo>
                  <a:pt x="360650" y="1003300"/>
                </a:lnTo>
                <a:lnTo>
                  <a:pt x="361066" y="1003300"/>
                </a:lnTo>
                <a:lnTo>
                  <a:pt x="362139" y="1004148"/>
                </a:lnTo>
                <a:close/>
              </a:path>
              <a:path w="1257934" h="1146810">
                <a:moveTo>
                  <a:pt x="365108" y="1005840"/>
                </a:moveTo>
                <a:lnTo>
                  <a:pt x="364278" y="1005840"/>
                </a:lnTo>
                <a:lnTo>
                  <a:pt x="362139" y="1004148"/>
                </a:lnTo>
                <a:lnTo>
                  <a:pt x="365108" y="1005840"/>
                </a:lnTo>
                <a:close/>
              </a:path>
              <a:path w="1257934" h="1146810">
                <a:moveTo>
                  <a:pt x="391455" y="1064260"/>
                </a:moveTo>
                <a:lnTo>
                  <a:pt x="383155" y="1064260"/>
                </a:lnTo>
                <a:lnTo>
                  <a:pt x="369259" y="1062990"/>
                </a:lnTo>
                <a:lnTo>
                  <a:pt x="355708" y="1060450"/>
                </a:lnTo>
                <a:lnTo>
                  <a:pt x="342720" y="1055370"/>
                </a:lnTo>
                <a:lnTo>
                  <a:pt x="330518" y="1049020"/>
                </a:lnTo>
                <a:lnTo>
                  <a:pt x="328545" y="1047750"/>
                </a:lnTo>
                <a:lnTo>
                  <a:pt x="512817" y="1047750"/>
                </a:lnTo>
                <a:lnTo>
                  <a:pt x="395794" y="1062990"/>
                </a:lnTo>
                <a:lnTo>
                  <a:pt x="395634" y="1062990"/>
                </a:lnTo>
                <a:lnTo>
                  <a:pt x="391455" y="1064260"/>
                </a:lnTo>
                <a:close/>
              </a:path>
              <a:path w="1257934" h="1146810">
                <a:moveTo>
                  <a:pt x="960272" y="1146810"/>
                </a:moveTo>
                <a:lnTo>
                  <a:pt x="952963" y="1146810"/>
                </a:lnTo>
                <a:lnTo>
                  <a:pt x="949450" y="1145540"/>
                </a:lnTo>
                <a:lnTo>
                  <a:pt x="929261" y="1122680"/>
                </a:lnTo>
                <a:lnTo>
                  <a:pt x="929298" y="1047750"/>
                </a:lnTo>
                <a:lnTo>
                  <a:pt x="983940" y="1047750"/>
                </a:lnTo>
                <a:lnTo>
                  <a:pt x="983974" y="1122680"/>
                </a:lnTo>
                <a:lnTo>
                  <a:pt x="960272" y="11468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625869" y="698409"/>
            <a:ext cx="9662160" cy="2705100"/>
          </a:xfrm>
          <a:prstGeom prst="rect">
            <a:avLst/>
          </a:prstGeom>
        </p:spPr>
        <p:txBody>
          <a:bodyPr wrap="square" lIns="0" tIns="1943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30"/>
              </a:spcBef>
            </a:pPr>
            <a:endParaRPr sz="1650">
              <a:latin typeface="Times New Roman"/>
              <a:cs typeface="Times New Roman"/>
            </a:endParaRPr>
          </a:p>
          <a:p>
            <a:pPr marL="2205355">
              <a:lnSpc>
                <a:spcPct val="100000"/>
              </a:lnSpc>
            </a:pPr>
            <a:r>
              <a:rPr dirty="0" sz="1650" spc="380" b="1">
                <a:solidFill>
                  <a:srgbClr val="FFFFFF"/>
                </a:solidFill>
                <a:latin typeface="Calibri"/>
                <a:cs typeface="Calibri"/>
              </a:rPr>
              <a:t>VECINO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650">
              <a:latin typeface="Calibri"/>
              <a:cs typeface="Calibri"/>
            </a:endParaRPr>
          </a:p>
          <a:p>
            <a:pPr marL="220535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Usuario</a:t>
            </a:r>
            <a:r>
              <a:rPr dirty="0" sz="1800" spc="17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que</a:t>
            </a:r>
            <a:r>
              <a:rPr dirty="0" sz="1800" spc="18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busca</a:t>
            </a:r>
            <a:r>
              <a:rPr dirty="0" sz="1800" spc="18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servicios</a:t>
            </a:r>
            <a:r>
              <a:rPr dirty="0" sz="1800" spc="18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dentro</a:t>
            </a:r>
            <a:r>
              <a:rPr dirty="0" sz="1800" spc="18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de</a:t>
            </a:r>
            <a:r>
              <a:rPr dirty="0" sz="1800" spc="18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Ciudad</a:t>
            </a:r>
            <a:r>
              <a:rPr dirty="0" sz="1800" spc="18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del</a:t>
            </a:r>
            <a:r>
              <a:rPr dirty="0" sz="1800" spc="18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Montserrat"/>
                <a:cs typeface="Montserrat"/>
              </a:rPr>
              <a:t>Sol.</a:t>
            </a:r>
            <a:endParaRPr sz="1800">
              <a:latin typeface="Montserrat"/>
              <a:cs typeface="Montserrat"/>
            </a:endParaRPr>
          </a:p>
          <a:p>
            <a:pPr marL="2205355" marR="715645">
              <a:lnSpc>
                <a:spcPct val="114599"/>
              </a:lnSpc>
              <a:spcBef>
                <a:spcPts val="2475"/>
              </a:spcBef>
            </a:pP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Puede</a:t>
            </a:r>
            <a:r>
              <a:rPr dirty="0" sz="1800" spc="21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revisar</a:t>
            </a:r>
            <a:r>
              <a:rPr dirty="0" sz="1800" spc="22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perfiles</a:t>
            </a:r>
            <a:r>
              <a:rPr dirty="0" sz="1800" spc="22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de</a:t>
            </a:r>
            <a:r>
              <a:rPr dirty="0" sz="1800" spc="22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prestadores,</a:t>
            </a:r>
            <a:r>
              <a:rPr dirty="0" sz="1800" spc="22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enviar</a:t>
            </a:r>
            <a:r>
              <a:rPr dirty="0" sz="1800" spc="22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Montserrat"/>
                <a:cs typeface="Montserrat"/>
              </a:rPr>
              <a:t>solicitudes,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pagar</a:t>
            </a:r>
            <a:r>
              <a:rPr dirty="0" sz="1800" spc="22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servicios</a:t>
            </a:r>
            <a:r>
              <a:rPr dirty="0" sz="1800" spc="22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finalizados</a:t>
            </a:r>
            <a:r>
              <a:rPr dirty="0" sz="1800" spc="22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y</a:t>
            </a:r>
            <a:r>
              <a:rPr dirty="0" sz="1800" spc="229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calificar</a:t>
            </a:r>
            <a:r>
              <a:rPr dirty="0" sz="1800" spc="22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la</a:t>
            </a:r>
            <a:r>
              <a:rPr dirty="0" sz="1800" spc="22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atención</a:t>
            </a:r>
            <a:r>
              <a:rPr dirty="0" sz="1800" spc="22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Montserrat"/>
                <a:cs typeface="Montserrat"/>
              </a:rPr>
              <a:t>recibida.</a:t>
            </a:r>
            <a:endParaRPr sz="1800">
              <a:latin typeface="Montserrat"/>
              <a:cs typeface="Montserra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9973" y="4386433"/>
            <a:ext cx="1476970" cy="147697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8625869" y="3793493"/>
            <a:ext cx="9662160" cy="270510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10"/>
              </a:spcBef>
            </a:pPr>
            <a:endParaRPr sz="1650">
              <a:latin typeface="Times New Roman"/>
              <a:cs typeface="Times New Roman"/>
            </a:endParaRPr>
          </a:p>
          <a:p>
            <a:pPr marL="2205355">
              <a:lnSpc>
                <a:spcPct val="100000"/>
              </a:lnSpc>
            </a:pPr>
            <a:r>
              <a:rPr dirty="0" sz="1650" spc="390" b="1">
                <a:solidFill>
                  <a:srgbClr val="FFFFFF"/>
                </a:solidFill>
                <a:latin typeface="Calibri"/>
                <a:cs typeface="Calibri"/>
              </a:rPr>
              <a:t>PRESTADOR</a:t>
            </a:r>
            <a:r>
              <a:rPr dirty="0" sz="1650" spc="4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 spc="2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650" spc="4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50" spc="370" b="1">
                <a:solidFill>
                  <a:srgbClr val="FFFFFF"/>
                </a:solidFill>
                <a:latin typeface="Calibri"/>
                <a:cs typeface="Calibri"/>
              </a:rPr>
              <a:t>SERVICIO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650">
              <a:latin typeface="Calibri"/>
              <a:cs typeface="Calibri"/>
            </a:endParaRPr>
          </a:p>
          <a:p>
            <a:pPr marL="220535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Usuario</a:t>
            </a:r>
            <a:r>
              <a:rPr dirty="0" sz="1800" spc="17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que</a:t>
            </a:r>
            <a:r>
              <a:rPr dirty="0" sz="1800" spc="17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ofrece</a:t>
            </a:r>
            <a:r>
              <a:rPr dirty="0" sz="1800" spc="17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oficios</a:t>
            </a:r>
            <a:r>
              <a:rPr dirty="0" sz="1800" spc="17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o</a:t>
            </a:r>
            <a:r>
              <a:rPr dirty="0" sz="1800" spc="17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servicios</a:t>
            </a:r>
            <a:r>
              <a:rPr dirty="0" sz="1800" spc="17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a</a:t>
            </a:r>
            <a:r>
              <a:rPr dirty="0" sz="1800" spc="17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la</a:t>
            </a:r>
            <a:r>
              <a:rPr dirty="0" sz="1800" spc="17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Montserrat"/>
                <a:cs typeface="Montserrat"/>
              </a:rPr>
              <a:t>comunidad.</a:t>
            </a:r>
            <a:endParaRPr sz="1800">
              <a:latin typeface="Montserrat"/>
              <a:cs typeface="Montserrat"/>
            </a:endParaRPr>
          </a:p>
          <a:p>
            <a:pPr marL="2205355" marR="979805">
              <a:lnSpc>
                <a:spcPct val="114599"/>
              </a:lnSpc>
              <a:spcBef>
                <a:spcPts val="2475"/>
              </a:spcBef>
            </a:pP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Puede</a:t>
            </a:r>
            <a:r>
              <a:rPr dirty="0" sz="1800" spc="21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gestionar</a:t>
            </a:r>
            <a:r>
              <a:rPr dirty="0" sz="1800" spc="21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su</a:t>
            </a:r>
            <a:r>
              <a:rPr dirty="0" sz="1800" spc="21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perfil</a:t>
            </a:r>
            <a:r>
              <a:rPr dirty="0" sz="1800" spc="21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laboral,</a:t>
            </a:r>
            <a:r>
              <a:rPr dirty="0" sz="1800" spc="21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publicar</a:t>
            </a:r>
            <a:r>
              <a:rPr dirty="0" sz="1800" spc="21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Montserrat"/>
                <a:cs typeface="Montserrat"/>
              </a:rPr>
              <a:t>servicios,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responder</a:t>
            </a:r>
            <a:r>
              <a:rPr dirty="0" sz="1800" spc="229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solicitudes,</a:t>
            </a:r>
            <a:r>
              <a:rPr dirty="0" sz="1800" spc="229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agregar</a:t>
            </a:r>
            <a:r>
              <a:rPr dirty="0" sz="1800" spc="23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costos</a:t>
            </a:r>
            <a:r>
              <a:rPr dirty="0" sz="1800" spc="229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y</a:t>
            </a:r>
            <a:r>
              <a:rPr dirty="0" sz="1800" spc="23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revisar</a:t>
            </a:r>
            <a:r>
              <a:rPr dirty="0" sz="1800" spc="229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pagos</a:t>
            </a:r>
            <a:r>
              <a:rPr dirty="0" sz="1800" spc="229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Montserrat"/>
                <a:cs typeface="Montserrat"/>
              </a:rPr>
              <a:t>o </a:t>
            </a:r>
            <a:r>
              <a:rPr dirty="0" sz="1800" spc="-10">
                <a:solidFill>
                  <a:srgbClr val="FFFFFF"/>
                </a:solidFill>
                <a:latin typeface="Montserrat"/>
                <a:cs typeface="Montserrat"/>
              </a:rPr>
              <a:t>calificaciones.</a:t>
            </a:r>
            <a:endParaRPr sz="1800">
              <a:latin typeface="Montserrat"/>
              <a:cs typeface="Montserra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92060" y="7884806"/>
            <a:ext cx="234875" cy="23460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69878" y="7884806"/>
            <a:ext cx="234875" cy="234601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9350165" y="8355765"/>
            <a:ext cx="796925" cy="511809"/>
          </a:xfrm>
          <a:custGeom>
            <a:avLst/>
            <a:gdLst/>
            <a:ahLst/>
            <a:cxnLst/>
            <a:rect l="l" t="t" r="r" b="b"/>
            <a:pathLst>
              <a:path w="796925" h="511809">
                <a:moveTo>
                  <a:pt x="672534" y="511330"/>
                </a:moveTo>
                <a:lnTo>
                  <a:pt x="124022" y="511330"/>
                </a:lnTo>
                <a:lnTo>
                  <a:pt x="110637" y="508924"/>
                </a:lnTo>
                <a:lnTo>
                  <a:pt x="85522" y="494097"/>
                </a:lnTo>
                <a:lnTo>
                  <a:pt x="67436" y="471801"/>
                </a:lnTo>
                <a:lnTo>
                  <a:pt x="58577" y="444014"/>
                </a:lnTo>
                <a:lnTo>
                  <a:pt x="0" y="90208"/>
                </a:lnTo>
                <a:lnTo>
                  <a:pt x="3587" y="56343"/>
                </a:lnTo>
                <a:lnTo>
                  <a:pt x="20794" y="27531"/>
                </a:lnTo>
                <a:lnTo>
                  <a:pt x="48271" y="7468"/>
                </a:lnTo>
                <a:lnTo>
                  <a:pt x="82007" y="0"/>
                </a:lnTo>
                <a:lnTo>
                  <a:pt x="714640" y="0"/>
                </a:lnTo>
                <a:lnTo>
                  <a:pt x="747223" y="7468"/>
                </a:lnTo>
                <a:lnTo>
                  <a:pt x="774974" y="27238"/>
                </a:lnTo>
                <a:lnTo>
                  <a:pt x="787596" y="46861"/>
                </a:lnTo>
                <a:lnTo>
                  <a:pt x="82007" y="46861"/>
                </a:lnTo>
                <a:lnTo>
                  <a:pt x="68114" y="49918"/>
                </a:lnTo>
                <a:lnTo>
                  <a:pt x="56087" y="58137"/>
                </a:lnTo>
                <a:lnTo>
                  <a:pt x="48234" y="70091"/>
                </a:lnTo>
                <a:lnTo>
                  <a:pt x="46974" y="83179"/>
                </a:lnTo>
                <a:lnTo>
                  <a:pt x="46861" y="84350"/>
                </a:lnTo>
                <a:lnTo>
                  <a:pt x="56508" y="139633"/>
                </a:lnTo>
                <a:lnTo>
                  <a:pt x="76589" y="261253"/>
                </a:lnTo>
                <a:lnTo>
                  <a:pt x="96450" y="382874"/>
                </a:lnTo>
                <a:lnTo>
                  <a:pt x="105438" y="438156"/>
                </a:lnTo>
                <a:lnTo>
                  <a:pt x="109447" y="450329"/>
                </a:lnTo>
                <a:lnTo>
                  <a:pt x="117300" y="459976"/>
                </a:lnTo>
                <a:lnTo>
                  <a:pt x="128009" y="466328"/>
                </a:lnTo>
                <a:lnTo>
                  <a:pt x="140584" y="468616"/>
                </a:lnTo>
                <a:lnTo>
                  <a:pt x="729789" y="468616"/>
                </a:lnTo>
                <a:lnTo>
                  <a:pt x="728717" y="471801"/>
                </a:lnTo>
                <a:lnTo>
                  <a:pt x="710686" y="494097"/>
                </a:lnTo>
                <a:lnTo>
                  <a:pt x="685845" y="508924"/>
                </a:lnTo>
                <a:lnTo>
                  <a:pt x="672534" y="511330"/>
                </a:lnTo>
                <a:close/>
              </a:path>
              <a:path w="796925" h="511809">
                <a:moveTo>
                  <a:pt x="729789" y="468616"/>
                </a:moveTo>
                <a:lnTo>
                  <a:pt x="656063" y="468616"/>
                </a:lnTo>
                <a:lnTo>
                  <a:pt x="668670" y="466328"/>
                </a:lnTo>
                <a:lnTo>
                  <a:pt x="679347" y="460122"/>
                </a:lnTo>
                <a:lnTo>
                  <a:pt x="687200" y="450823"/>
                </a:lnTo>
                <a:lnTo>
                  <a:pt x="691209" y="439328"/>
                </a:lnTo>
                <a:lnTo>
                  <a:pt x="749786" y="83179"/>
                </a:lnTo>
                <a:lnTo>
                  <a:pt x="747919" y="69102"/>
                </a:lnTo>
                <a:lnTo>
                  <a:pt x="740121" y="57551"/>
                </a:lnTo>
                <a:lnTo>
                  <a:pt x="728369" y="49735"/>
                </a:lnTo>
                <a:lnTo>
                  <a:pt x="714640" y="46861"/>
                </a:lnTo>
                <a:lnTo>
                  <a:pt x="787596" y="46861"/>
                </a:lnTo>
                <a:lnTo>
                  <a:pt x="793060" y="55355"/>
                </a:lnTo>
                <a:lnTo>
                  <a:pt x="796648" y="87865"/>
                </a:lnTo>
                <a:lnTo>
                  <a:pt x="787495" y="144007"/>
                </a:lnTo>
                <a:lnTo>
                  <a:pt x="767359" y="266379"/>
                </a:lnTo>
                <a:lnTo>
                  <a:pt x="738071" y="444014"/>
                </a:lnTo>
                <a:lnTo>
                  <a:pt x="729789" y="4686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/>
          <p:cNvGrpSpPr/>
          <p:nvPr/>
        </p:nvGrpSpPr>
        <p:grpSpPr>
          <a:xfrm>
            <a:off x="9184978" y="7371670"/>
            <a:ext cx="1125220" cy="1359535"/>
            <a:chOff x="9184978" y="7371670"/>
            <a:chExt cx="1125220" cy="1359535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78197" y="8543212"/>
              <a:ext cx="140584" cy="14058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184970" y="7371676"/>
              <a:ext cx="1125220" cy="1359535"/>
            </a:xfrm>
            <a:custGeom>
              <a:avLst/>
              <a:gdLst/>
              <a:ahLst/>
              <a:cxnLst/>
              <a:rect l="l" t="t" r="r" b="b"/>
              <a:pathLst>
                <a:path w="1125220" h="1359534">
                  <a:moveTo>
                    <a:pt x="548284" y="937234"/>
                  </a:moveTo>
                  <a:lnTo>
                    <a:pt x="422922" y="766191"/>
                  </a:lnTo>
                  <a:lnTo>
                    <a:pt x="410171" y="757186"/>
                  </a:lnTo>
                  <a:lnTo>
                    <a:pt x="398183" y="747737"/>
                  </a:lnTo>
                  <a:lnTo>
                    <a:pt x="386854" y="737857"/>
                  </a:lnTo>
                  <a:lnTo>
                    <a:pt x="376072" y="727532"/>
                  </a:lnTo>
                  <a:lnTo>
                    <a:pt x="371360" y="721575"/>
                  </a:lnTo>
                  <a:lnTo>
                    <a:pt x="349123" y="694728"/>
                  </a:lnTo>
                  <a:lnTo>
                    <a:pt x="175729" y="757986"/>
                  </a:lnTo>
                  <a:lnTo>
                    <a:pt x="129768" y="779703"/>
                  </a:lnTo>
                  <a:lnTo>
                    <a:pt x="88773" y="809053"/>
                  </a:lnTo>
                  <a:lnTo>
                    <a:pt x="54038" y="845121"/>
                  </a:lnTo>
                  <a:lnTo>
                    <a:pt x="26822" y="886942"/>
                  </a:lnTo>
                  <a:lnTo>
                    <a:pt x="8382" y="933589"/>
                  </a:lnTo>
                  <a:lnTo>
                    <a:pt x="0" y="984097"/>
                  </a:lnTo>
                  <a:lnTo>
                    <a:pt x="0" y="1335557"/>
                  </a:lnTo>
                  <a:lnTo>
                    <a:pt x="1854" y="1344650"/>
                  </a:lnTo>
                  <a:lnTo>
                    <a:pt x="6883" y="1352105"/>
                  </a:lnTo>
                  <a:lnTo>
                    <a:pt x="14338" y="1357134"/>
                  </a:lnTo>
                  <a:lnTo>
                    <a:pt x="23431" y="1358988"/>
                  </a:lnTo>
                  <a:lnTo>
                    <a:pt x="32524" y="1357134"/>
                  </a:lnTo>
                  <a:lnTo>
                    <a:pt x="39979" y="1352105"/>
                  </a:lnTo>
                  <a:lnTo>
                    <a:pt x="45008" y="1344650"/>
                  </a:lnTo>
                  <a:lnTo>
                    <a:pt x="46863" y="1335557"/>
                  </a:lnTo>
                  <a:lnTo>
                    <a:pt x="46863" y="985266"/>
                  </a:lnTo>
                  <a:lnTo>
                    <a:pt x="54648" y="936332"/>
                  </a:lnTo>
                  <a:lnTo>
                    <a:pt x="75996" y="891844"/>
                  </a:lnTo>
                  <a:lnTo>
                    <a:pt x="107848" y="853427"/>
                  </a:lnTo>
                  <a:lnTo>
                    <a:pt x="147180" y="822718"/>
                  </a:lnTo>
                  <a:lnTo>
                    <a:pt x="190957" y="801331"/>
                  </a:lnTo>
                  <a:lnTo>
                    <a:pt x="349123" y="745096"/>
                  </a:lnTo>
                  <a:lnTo>
                    <a:pt x="489712" y="937234"/>
                  </a:lnTo>
                  <a:lnTo>
                    <a:pt x="548284" y="937234"/>
                  </a:lnTo>
                  <a:close/>
                </a:path>
                <a:path w="1125220" h="1359534">
                  <a:moveTo>
                    <a:pt x="914971" y="398322"/>
                  </a:moveTo>
                  <a:lnTo>
                    <a:pt x="902093" y="344868"/>
                  </a:lnTo>
                  <a:lnTo>
                    <a:pt x="868108" y="304596"/>
                  </a:lnTo>
                  <a:lnTo>
                    <a:pt x="868108" y="398322"/>
                  </a:lnTo>
                  <a:lnTo>
                    <a:pt x="868108" y="445185"/>
                  </a:lnTo>
                  <a:lnTo>
                    <a:pt x="862571" y="472478"/>
                  </a:lnTo>
                  <a:lnTo>
                    <a:pt x="847471" y="494830"/>
                  </a:lnTo>
                  <a:lnTo>
                    <a:pt x="825119" y="509930"/>
                  </a:lnTo>
                  <a:lnTo>
                    <a:pt x="797826" y="515480"/>
                  </a:lnTo>
                  <a:lnTo>
                    <a:pt x="774395" y="515480"/>
                  </a:lnTo>
                  <a:lnTo>
                    <a:pt x="774395" y="328028"/>
                  </a:lnTo>
                  <a:lnTo>
                    <a:pt x="797826" y="328028"/>
                  </a:lnTo>
                  <a:lnTo>
                    <a:pt x="825119" y="333578"/>
                  </a:lnTo>
                  <a:lnTo>
                    <a:pt x="847471" y="348678"/>
                  </a:lnTo>
                  <a:lnTo>
                    <a:pt x="862571" y="371030"/>
                  </a:lnTo>
                  <a:lnTo>
                    <a:pt x="868108" y="398322"/>
                  </a:lnTo>
                  <a:lnTo>
                    <a:pt x="868108" y="304596"/>
                  </a:lnTo>
                  <a:lnTo>
                    <a:pt x="868108" y="298742"/>
                  </a:lnTo>
                  <a:lnTo>
                    <a:pt x="866851" y="283514"/>
                  </a:lnTo>
                  <a:lnTo>
                    <a:pt x="866762" y="282346"/>
                  </a:lnTo>
                  <a:lnTo>
                    <a:pt x="866660" y="281165"/>
                  </a:lnTo>
                  <a:lnTo>
                    <a:pt x="864108" y="250240"/>
                  </a:lnTo>
                  <a:lnTo>
                    <a:pt x="852512" y="204241"/>
                  </a:lnTo>
                  <a:lnTo>
                    <a:pt x="833983" y="161366"/>
                  </a:lnTo>
                  <a:lnTo>
                    <a:pt x="821258" y="141325"/>
                  </a:lnTo>
                  <a:lnTo>
                    <a:pt x="821258" y="283514"/>
                  </a:lnTo>
                  <a:lnTo>
                    <a:pt x="814222" y="282346"/>
                  </a:lnTo>
                  <a:lnTo>
                    <a:pt x="806018" y="281165"/>
                  </a:lnTo>
                  <a:lnTo>
                    <a:pt x="766191" y="281165"/>
                  </a:lnTo>
                  <a:lnTo>
                    <a:pt x="748893" y="239382"/>
                  </a:lnTo>
                  <a:lnTo>
                    <a:pt x="723531" y="202628"/>
                  </a:lnTo>
                  <a:lnTo>
                    <a:pt x="695083" y="175729"/>
                  </a:lnTo>
                  <a:lnTo>
                    <a:pt x="653034" y="148831"/>
                  </a:lnTo>
                  <a:lnTo>
                    <a:pt x="610095" y="134048"/>
                  </a:lnTo>
                  <a:lnTo>
                    <a:pt x="563511" y="128866"/>
                  </a:lnTo>
                  <a:lnTo>
                    <a:pt x="516928" y="134048"/>
                  </a:lnTo>
                  <a:lnTo>
                    <a:pt x="474002" y="148831"/>
                  </a:lnTo>
                  <a:lnTo>
                    <a:pt x="435813" y="172072"/>
                  </a:lnTo>
                  <a:lnTo>
                    <a:pt x="403491" y="202628"/>
                  </a:lnTo>
                  <a:lnTo>
                    <a:pt x="378129" y="239382"/>
                  </a:lnTo>
                  <a:lnTo>
                    <a:pt x="360832" y="281165"/>
                  </a:lnTo>
                  <a:lnTo>
                    <a:pt x="352640" y="281165"/>
                  </a:lnTo>
                  <a:lnTo>
                    <a:pt x="352640" y="328028"/>
                  </a:lnTo>
                  <a:lnTo>
                    <a:pt x="352640" y="515480"/>
                  </a:lnTo>
                  <a:lnTo>
                    <a:pt x="329209" y="515480"/>
                  </a:lnTo>
                  <a:lnTo>
                    <a:pt x="301917" y="509930"/>
                  </a:lnTo>
                  <a:lnTo>
                    <a:pt x="279565" y="494830"/>
                  </a:lnTo>
                  <a:lnTo>
                    <a:pt x="264464" y="472478"/>
                  </a:lnTo>
                  <a:lnTo>
                    <a:pt x="258914" y="445185"/>
                  </a:lnTo>
                  <a:lnTo>
                    <a:pt x="258914" y="398322"/>
                  </a:lnTo>
                  <a:lnTo>
                    <a:pt x="264464" y="371030"/>
                  </a:lnTo>
                  <a:lnTo>
                    <a:pt x="279565" y="348678"/>
                  </a:lnTo>
                  <a:lnTo>
                    <a:pt x="301917" y="333578"/>
                  </a:lnTo>
                  <a:lnTo>
                    <a:pt x="329209" y="328028"/>
                  </a:lnTo>
                  <a:lnTo>
                    <a:pt x="352640" y="328028"/>
                  </a:lnTo>
                  <a:lnTo>
                    <a:pt x="352640" y="281165"/>
                  </a:lnTo>
                  <a:lnTo>
                    <a:pt x="321005" y="281165"/>
                  </a:lnTo>
                  <a:lnTo>
                    <a:pt x="313969" y="282346"/>
                  </a:lnTo>
                  <a:lnTo>
                    <a:pt x="305777" y="283514"/>
                  </a:lnTo>
                  <a:lnTo>
                    <a:pt x="313575" y="235331"/>
                  </a:lnTo>
                  <a:lnTo>
                    <a:pt x="330225" y="190690"/>
                  </a:lnTo>
                  <a:lnTo>
                    <a:pt x="354787" y="150456"/>
                  </a:lnTo>
                  <a:lnTo>
                    <a:pt x="386321" y="115544"/>
                  </a:lnTo>
                  <a:lnTo>
                    <a:pt x="423887" y="86829"/>
                  </a:lnTo>
                  <a:lnTo>
                    <a:pt x="466572" y="65227"/>
                  </a:lnTo>
                  <a:lnTo>
                    <a:pt x="513422" y="51600"/>
                  </a:lnTo>
                  <a:lnTo>
                    <a:pt x="563511" y="46863"/>
                  </a:lnTo>
                  <a:lnTo>
                    <a:pt x="613600" y="51600"/>
                  </a:lnTo>
                  <a:lnTo>
                    <a:pt x="660463" y="65227"/>
                  </a:lnTo>
                  <a:lnTo>
                    <a:pt x="703135" y="86829"/>
                  </a:lnTo>
                  <a:lnTo>
                    <a:pt x="740714" y="115544"/>
                  </a:lnTo>
                  <a:lnTo>
                    <a:pt x="772236" y="150456"/>
                  </a:lnTo>
                  <a:lnTo>
                    <a:pt x="796798" y="190690"/>
                  </a:lnTo>
                  <a:lnTo>
                    <a:pt x="813447" y="235331"/>
                  </a:lnTo>
                  <a:lnTo>
                    <a:pt x="821258" y="283514"/>
                  </a:lnTo>
                  <a:lnTo>
                    <a:pt x="821258" y="141325"/>
                  </a:lnTo>
                  <a:lnTo>
                    <a:pt x="778637" y="87426"/>
                  </a:lnTo>
                  <a:lnTo>
                    <a:pt x="743102" y="57581"/>
                  </a:lnTo>
                  <a:lnTo>
                    <a:pt x="703186" y="33312"/>
                  </a:lnTo>
                  <a:lnTo>
                    <a:pt x="659523" y="15214"/>
                  </a:lnTo>
                  <a:lnTo>
                    <a:pt x="612749" y="3911"/>
                  </a:lnTo>
                  <a:lnTo>
                    <a:pt x="563511" y="0"/>
                  </a:lnTo>
                  <a:lnTo>
                    <a:pt x="514273" y="3911"/>
                  </a:lnTo>
                  <a:lnTo>
                    <a:pt x="467499" y="15214"/>
                  </a:lnTo>
                  <a:lnTo>
                    <a:pt x="423837" y="33312"/>
                  </a:lnTo>
                  <a:lnTo>
                    <a:pt x="383921" y="57581"/>
                  </a:lnTo>
                  <a:lnTo>
                    <a:pt x="348386" y="87426"/>
                  </a:lnTo>
                  <a:lnTo>
                    <a:pt x="317881" y="122224"/>
                  </a:lnTo>
                  <a:lnTo>
                    <a:pt x="293039" y="161366"/>
                  </a:lnTo>
                  <a:lnTo>
                    <a:pt x="274510" y="204241"/>
                  </a:lnTo>
                  <a:lnTo>
                    <a:pt x="262915" y="250240"/>
                  </a:lnTo>
                  <a:lnTo>
                    <a:pt x="258914" y="298742"/>
                  </a:lnTo>
                  <a:lnTo>
                    <a:pt x="258914" y="304596"/>
                  </a:lnTo>
                  <a:lnTo>
                    <a:pt x="239725" y="322707"/>
                  </a:lnTo>
                  <a:lnTo>
                    <a:pt x="224942" y="344868"/>
                  </a:lnTo>
                  <a:lnTo>
                    <a:pt x="215417" y="370332"/>
                  </a:lnTo>
                  <a:lnTo>
                    <a:pt x="215341" y="371030"/>
                  </a:lnTo>
                  <a:lnTo>
                    <a:pt x="212051" y="398322"/>
                  </a:lnTo>
                  <a:lnTo>
                    <a:pt x="212051" y="445185"/>
                  </a:lnTo>
                  <a:lnTo>
                    <a:pt x="221297" y="490677"/>
                  </a:lnTo>
                  <a:lnTo>
                    <a:pt x="246468" y="527926"/>
                  </a:lnTo>
                  <a:lnTo>
                    <a:pt x="283718" y="553097"/>
                  </a:lnTo>
                  <a:lnTo>
                    <a:pt x="329209" y="562343"/>
                  </a:lnTo>
                  <a:lnTo>
                    <a:pt x="352640" y="562343"/>
                  </a:lnTo>
                  <a:lnTo>
                    <a:pt x="361784" y="613727"/>
                  </a:lnTo>
                  <a:lnTo>
                    <a:pt x="382803" y="659726"/>
                  </a:lnTo>
                  <a:lnTo>
                    <a:pt x="413918" y="698919"/>
                  </a:lnTo>
                  <a:lnTo>
                    <a:pt x="453390" y="729869"/>
                  </a:lnTo>
                  <a:lnTo>
                    <a:pt x="450316" y="720699"/>
                  </a:lnTo>
                  <a:lnTo>
                    <a:pt x="448119" y="710984"/>
                  </a:lnTo>
                  <a:lnTo>
                    <a:pt x="446798" y="701040"/>
                  </a:lnTo>
                  <a:lnTo>
                    <a:pt x="446709" y="698919"/>
                  </a:lnTo>
                  <a:lnTo>
                    <a:pt x="446354" y="691210"/>
                  </a:lnTo>
                  <a:lnTo>
                    <a:pt x="446354" y="683006"/>
                  </a:lnTo>
                  <a:lnTo>
                    <a:pt x="447535" y="675982"/>
                  </a:lnTo>
                  <a:lnTo>
                    <a:pt x="448703" y="667778"/>
                  </a:lnTo>
                  <a:lnTo>
                    <a:pt x="428167" y="643547"/>
                  </a:lnTo>
                  <a:lnTo>
                    <a:pt x="412673" y="615353"/>
                  </a:lnTo>
                  <a:lnTo>
                    <a:pt x="402907" y="584085"/>
                  </a:lnTo>
                  <a:lnTo>
                    <a:pt x="399491" y="550621"/>
                  </a:lnTo>
                  <a:lnTo>
                    <a:pt x="399491" y="515480"/>
                  </a:lnTo>
                  <a:lnTo>
                    <a:pt x="399491" y="339750"/>
                  </a:lnTo>
                  <a:lnTo>
                    <a:pt x="401078" y="328028"/>
                  </a:lnTo>
                  <a:lnTo>
                    <a:pt x="405384" y="296278"/>
                  </a:lnTo>
                  <a:lnTo>
                    <a:pt x="410794" y="283514"/>
                  </a:lnTo>
                  <a:lnTo>
                    <a:pt x="421970" y="257136"/>
                  </a:lnTo>
                  <a:lnTo>
                    <a:pt x="447675" y="223913"/>
                  </a:lnTo>
                  <a:lnTo>
                    <a:pt x="480898" y="198208"/>
                  </a:lnTo>
                  <a:lnTo>
                    <a:pt x="520039" y="181622"/>
                  </a:lnTo>
                  <a:lnTo>
                    <a:pt x="563511" y="175729"/>
                  </a:lnTo>
                  <a:lnTo>
                    <a:pt x="606983" y="181622"/>
                  </a:lnTo>
                  <a:lnTo>
                    <a:pt x="646125" y="198208"/>
                  </a:lnTo>
                  <a:lnTo>
                    <a:pt x="679348" y="223913"/>
                  </a:lnTo>
                  <a:lnTo>
                    <a:pt x="705053" y="257136"/>
                  </a:lnTo>
                  <a:lnTo>
                    <a:pt x="721639" y="296278"/>
                  </a:lnTo>
                  <a:lnTo>
                    <a:pt x="727532" y="339750"/>
                  </a:lnTo>
                  <a:lnTo>
                    <a:pt x="727532" y="538911"/>
                  </a:lnTo>
                  <a:lnTo>
                    <a:pt x="729373" y="548005"/>
                  </a:lnTo>
                  <a:lnTo>
                    <a:pt x="734415" y="555459"/>
                  </a:lnTo>
                  <a:lnTo>
                    <a:pt x="741857" y="560489"/>
                  </a:lnTo>
                  <a:lnTo>
                    <a:pt x="750963" y="562343"/>
                  </a:lnTo>
                  <a:lnTo>
                    <a:pt x="753300" y="562343"/>
                  </a:lnTo>
                  <a:lnTo>
                    <a:pt x="739724" y="596734"/>
                  </a:lnTo>
                  <a:lnTo>
                    <a:pt x="716686" y="630148"/>
                  </a:lnTo>
                  <a:lnTo>
                    <a:pt x="681799" y="658063"/>
                  </a:lnTo>
                  <a:lnTo>
                    <a:pt x="632637" y="675982"/>
                  </a:lnTo>
                  <a:lnTo>
                    <a:pt x="629272" y="667778"/>
                  </a:lnTo>
                  <a:lnTo>
                    <a:pt x="623646" y="654037"/>
                  </a:lnTo>
                  <a:lnTo>
                    <a:pt x="608177" y="636587"/>
                  </a:lnTo>
                  <a:lnTo>
                    <a:pt x="587654" y="625068"/>
                  </a:lnTo>
                  <a:lnTo>
                    <a:pt x="586943" y="624954"/>
                  </a:lnTo>
                  <a:lnTo>
                    <a:pt x="586943" y="691210"/>
                  </a:lnTo>
                  <a:lnTo>
                    <a:pt x="585089" y="700303"/>
                  </a:lnTo>
                  <a:lnTo>
                    <a:pt x="580059" y="707758"/>
                  </a:lnTo>
                  <a:lnTo>
                    <a:pt x="572604" y="712787"/>
                  </a:lnTo>
                  <a:lnTo>
                    <a:pt x="563511" y="714641"/>
                  </a:lnTo>
                  <a:lnTo>
                    <a:pt x="554418" y="712787"/>
                  </a:lnTo>
                  <a:lnTo>
                    <a:pt x="546963" y="707758"/>
                  </a:lnTo>
                  <a:lnTo>
                    <a:pt x="541934" y="700303"/>
                  </a:lnTo>
                  <a:lnTo>
                    <a:pt x="540080" y="691210"/>
                  </a:lnTo>
                  <a:lnTo>
                    <a:pt x="541934" y="682117"/>
                  </a:lnTo>
                  <a:lnTo>
                    <a:pt x="546963" y="674662"/>
                  </a:lnTo>
                  <a:lnTo>
                    <a:pt x="554418" y="669632"/>
                  </a:lnTo>
                  <a:lnTo>
                    <a:pt x="563511" y="667778"/>
                  </a:lnTo>
                  <a:lnTo>
                    <a:pt x="572604" y="669632"/>
                  </a:lnTo>
                  <a:lnTo>
                    <a:pt x="580059" y="674662"/>
                  </a:lnTo>
                  <a:lnTo>
                    <a:pt x="585089" y="682117"/>
                  </a:lnTo>
                  <a:lnTo>
                    <a:pt x="586943" y="691210"/>
                  </a:lnTo>
                  <a:lnTo>
                    <a:pt x="586943" y="624954"/>
                  </a:lnTo>
                  <a:lnTo>
                    <a:pt x="536219" y="626465"/>
                  </a:lnTo>
                  <a:lnTo>
                    <a:pt x="498767" y="663917"/>
                  </a:lnTo>
                  <a:lnTo>
                    <a:pt x="493217" y="691210"/>
                  </a:lnTo>
                  <a:lnTo>
                    <a:pt x="498767" y="718502"/>
                  </a:lnTo>
                  <a:lnTo>
                    <a:pt x="513867" y="740854"/>
                  </a:lnTo>
                  <a:lnTo>
                    <a:pt x="536219" y="755954"/>
                  </a:lnTo>
                  <a:lnTo>
                    <a:pt x="563511" y="761504"/>
                  </a:lnTo>
                  <a:lnTo>
                    <a:pt x="582752" y="758799"/>
                  </a:lnTo>
                  <a:lnTo>
                    <a:pt x="599681" y="751255"/>
                  </a:lnTo>
                  <a:lnTo>
                    <a:pt x="613765" y="739749"/>
                  </a:lnTo>
                  <a:lnTo>
                    <a:pt x="624433" y="725182"/>
                  </a:lnTo>
                  <a:lnTo>
                    <a:pt x="664057" y="714641"/>
                  </a:lnTo>
                  <a:lnTo>
                    <a:pt x="683437" y="709485"/>
                  </a:lnTo>
                  <a:lnTo>
                    <a:pt x="729221" y="681697"/>
                  </a:lnTo>
                  <a:lnTo>
                    <a:pt x="734580" y="675982"/>
                  </a:lnTo>
                  <a:lnTo>
                    <a:pt x="763193" y="645477"/>
                  </a:lnTo>
                  <a:lnTo>
                    <a:pt x="786765" y="604469"/>
                  </a:lnTo>
                  <a:lnTo>
                    <a:pt x="801331" y="562343"/>
                  </a:lnTo>
                  <a:lnTo>
                    <a:pt x="845781" y="551942"/>
                  </a:lnTo>
                  <a:lnTo>
                    <a:pt x="881875" y="526605"/>
                  </a:lnTo>
                  <a:lnTo>
                    <a:pt x="889215" y="515480"/>
                  </a:lnTo>
                  <a:lnTo>
                    <a:pt x="906119" y="489851"/>
                  </a:lnTo>
                  <a:lnTo>
                    <a:pt x="914971" y="445185"/>
                  </a:lnTo>
                  <a:lnTo>
                    <a:pt x="914971" y="398322"/>
                  </a:lnTo>
                  <a:close/>
                </a:path>
                <a:path w="1125220" h="1359534">
                  <a:moveTo>
                    <a:pt x="1124686" y="984097"/>
                  </a:moveTo>
                  <a:lnTo>
                    <a:pt x="1110411" y="911415"/>
                  </a:lnTo>
                  <a:lnTo>
                    <a:pt x="1089240" y="868400"/>
                  </a:lnTo>
                  <a:lnTo>
                    <a:pt x="1056563" y="825982"/>
                  </a:lnTo>
                  <a:lnTo>
                    <a:pt x="1010729" y="787920"/>
                  </a:lnTo>
                  <a:lnTo>
                    <a:pt x="950125" y="757986"/>
                  </a:lnTo>
                  <a:lnTo>
                    <a:pt x="782586" y="697064"/>
                  </a:lnTo>
                  <a:lnTo>
                    <a:pt x="776554" y="702691"/>
                  </a:lnTo>
                  <a:lnTo>
                    <a:pt x="765898" y="712152"/>
                  </a:lnTo>
                  <a:lnTo>
                    <a:pt x="732066" y="737920"/>
                  </a:lnTo>
                  <a:lnTo>
                    <a:pt x="719328" y="745096"/>
                  </a:lnTo>
                  <a:lnTo>
                    <a:pt x="578739" y="937234"/>
                  </a:lnTo>
                  <a:lnTo>
                    <a:pt x="637324" y="937234"/>
                  </a:lnTo>
                  <a:lnTo>
                    <a:pt x="777900" y="745096"/>
                  </a:lnTo>
                  <a:lnTo>
                    <a:pt x="933716" y="801331"/>
                  </a:lnTo>
                  <a:lnTo>
                    <a:pt x="977950" y="823277"/>
                  </a:lnTo>
                  <a:lnTo>
                    <a:pt x="1016495" y="854265"/>
                  </a:lnTo>
                  <a:lnTo>
                    <a:pt x="1047343" y="892683"/>
                  </a:lnTo>
                  <a:lnTo>
                    <a:pt x="1068451" y="936891"/>
                  </a:lnTo>
                  <a:lnTo>
                    <a:pt x="1077823" y="985266"/>
                  </a:lnTo>
                  <a:lnTo>
                    <a:pt x="1077823" y="1334389"/>
                  </a:lnTo>
                  <a:lnTo>
                    <a:pt x="1079665" y="1343482"/>
                  </a:lnTo>
                  <a:lnTo>
                    <a:pt x="1084707" y="1350937"/>
                  </a:lnTo>
                  <a:lnTo>
                    <a:pt x="1092149" y="1355966"/>
                  </a:lnTo>
                  <a:lnTo>
                    <a:pt x="1101255" y="1357820"/>
                  </a:lnTo>
                  <a:lnTo>
                    <a:pt x="1110348" y="1355966"/>
                  </a:lnTo>
                  <a:lnTo>
                    <a:pt x="1117803" y="1350937"/>
                  </a:lnTo>
                  <a:lnTo>
                    <a:pt x="1122832" y="1343482"/>
                  </a:lnTo>
                  <a:lnTo>
                    <a:pt x="1124686" y="1334389"/>
                  </a:lnTo>
                  <a:lnTo>
                    <a:pt x="1124686" y="9840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8625869" y="6879820"/>
            <a:ext cx="9662160" cy="2705100"/>
          </a:xfrm>
          <a:prstGeom prst="rect">
            <a:avLst/>
          </a:prstGeom>
        </p:spPr>
        <p:txBody>
          <a:bodyPr wrap="square" lIns="0" tIns="203835" rIns="0" bIns="0" rtlCol="0" vert="horz">
            <a:spAutoFit/>
          </a:bodyPr>
          <a:lstStyle/>
          <a:p>
            <a:pPr marL="2205355">
              <a:lnSpc>
                <a:spcPct val="100000"/>
              </a:lnSpc>
              <a:spcBef>
                <a:spcPts val="1605"/>
              </a:spcBef>
            </a:pPr>
            <a:r>
              <a:rPr dirty="0" sz="1650" spc="355" b="1">
                <a:solidFill>
                  <a:srgbClr val="FFFFFF"/>
                </a:solidFill>
                <a:latin typeface="Calibri"/>
                <a:cs typeface="Calibri"/>
              </a:rPr>
              <a:t>ADMINISTRADOR</a:t>
            </a:r>
            <a:endParaRPr sz="16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650">
              <a:latin typeface="Calibri"/>
              <a:cs typeface="Calibri"/>
            </a:endParaRPr>
          </a:p>
          <a:p>
            <a:pPr marL="2205355" marR="662305">
              <a:lnSpc>
                <a:spcPct val="114599"/>
              </a:lnSpc>
            </a:pP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Usuario</a:t>
            </a:r>
            <a:r>
              <a:rPr dirty="0" sz="1800" spc="18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encargado</a:t>
            </a:r>
            <a:r>
              <a:rPr dirty="0" sz="1800" spc="19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de</a:t>
            </a:r>
            <a:r>
              <a:rPr dirty="0" sz="1800" spc="19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supervisar</a:t>
            </a:r>
            <a:r>
              <a:rPr dirty="0" sz="1800" spc="18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el</a:t>
            </a:r>
            <a:r>
              <a:rPr dirty="0" sz="1800" spc="19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sistema</a:t>
            </a:r>
            <a:r>
              <a:rPr dirty="0" sz="1800" spc="19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desde</a:t>
            </a:r>
            <a:r>
              <a:rPr dirty="0" sz="1800" spc="19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la</a:t>
            </a:r>
            <a:r>
              <a:rPr dirty="0" sz="1800" spc="18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Montserrat"/>
                <a:cs typeface="Montserrat"/>
              </a:rPr>
              <a:t>web </a:t>
            </a:r>
            <a:r>
              <a:rPr dirty="0" sz="1800" spc="-10">
                <a:solidFill>
                  <a:srgbClr val="FFFFFF"/>
                </a:solidFill>
                <a:latin typeface="Montserrat"/>
                <a:cs typeface="Montserrat"/>
              </a:rPr>
              <a:t>administrativa.</a:t>
            </a:r>
            <a:endParaRPr sz="1800">
              <a:latin typeface="Montserrat"/>
              <a:cs typeface="Montserrat"/>
            </a:endParaRPr>
          </a:p>
          <a:p>
            <a:pPr marL="2205355" marR="1138555" indent="64135">
              <a:lnSpc>
                <a:spcPct val="114599"/>
              </a:lnSpc>
              <a:spcBef>
                <a:spcPts val="2475"/>
              </a:spcBef>
            </a:pP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Puede</a:t>
            </a:r>
            <a:r>
              <a:rPr dirty="0" sz="1800" spc="27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gestionar</a:t>
            </a:r>
            <a:r>
              <a:rPr dirty="0" sz="1800" spc="27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usuarios,</a:t>
            </a:r>
            <a:r>
              <a:rPr dirty="0" sz="1800" spc="28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barrios,</a:t>
            </a:r>
            <a:r>
              <a:rPr dirty="0" sz="1800" spc="27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categorías,</a:t>
            </a:r>
            <a:r>
              <a:rPr dirty="0" sz="1800" spc="27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Montserrat"/>
                <a:cs typeface="Montserrat"/>
              </a:rPr>
              <a:t>oficios,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estados</a:t>
            </a:r>
            <a:r>
              <a:rPr dirty="0" sz="1800" spc="190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y</a:t>
            </a:r>
            <a:r>
              <a:rPr dirty="0" sz="1800" spc="19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FFFFFF"/>
                </a:solidFill>
                <a:latin typeface="Montserrat"/>
                <a:cs typeface="Montserrat"/>
              </a:rPr>
              <a:t>reportes</a:t>
            </a:r>
            <a:r>
              <a:rPr dirty="0" sz="1800" spc="195">
                <a:solidFill>
                  <a:srgbClr val="FFFFFF"/>
                </a:solidFill>
                <a:latin typeface="Montserrat"/>
                <a:cs typeface="Montserra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Montserrat"/>
                <a:cs typeface="Montserrat"/>
              </a:rPr>
              <a:t>generales.</a:t>
            </a:r>
            <a:endParaRPr sz="18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object 16"/>
          <p:cNvGrpSpPr/>
          <p:nvPr/>
        </p:nvGrpSpPr>
        <p:grpSpPr>
          <a:xfrm>
            <a:off x="0" y="0"/>
            <a:ext cx="3353435" cy="10287000"/>
            <a:chOff x="0" y="0"/>
            <a:chExt cx="3353435" cy="1028700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3352997" cy="102869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0" y="0"/>
              <a:ext cx="3353435" cy="10287000"/>
            </a:xfrm>
            <a:custGeom>
              <a:avLst/>
              <a:gdLst/>
              <a:ahLst/>
              <a:cxnLst/>
              <a:rect l="l" t="t" r="r" b="b"/>
              <a:pathLst>
                <a:path w="3353435" h="10287000">
                  <a:moveTo>
                    <a:pt x="3352997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3352997" y="0"/>
                  </a:lnTo>
                  <a:lnTo>
                    <a:pt x="3352997" y="10286999"/>
                  </a:lnTo>
                  <a:close/>
                </a:path>
              </a:pathLst>
            </a:custGeom>
            <a:solidFill>
              <a:srgbClr val="2D73B3">
                <a:alpha val="75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3838068" y="1210605"/>
            <a:ext cx="8495665" cy="2037080"/>
          </a:xfrm>
          <a:prstGeom prst="rect"/>
        </p:spPr>
        <p:txBody>
          <a:bodyPr wrap="square" lIns="0" tIns="195580" rIns="0" bIns="0" rtlCol="0" vert="horz">
            <a:spAutoFit/>
          </a:bodyPr>
          <a:lstStyle/>
          <a:p>
            <a:pPr marL="12700" marR="5080">
              <a:lnSpc>
                <a:spcPts val="7200"/>
              </a:lnSpc>
              <a:spcBef>
                <a:spcPts val="1540"/>
              </a:spcBef>
            </a:pPr>
            <a:r>
              <a:rPr dirty="0" sz="7200" spc="755">
                <a:solidFill>
                  <a:srgbClr val="1B3B6B"/>
                </a:solidFill>
              </a:rPr>
              <a:t>Requerimientos </a:t>
            </a:r>
            <a:r>
              <a:rPr dirty="0" sz="7200" spc="865">
                <a:solidFill>
                  <a:srgbClr val="1B3B6B"/>
                </a:solidFill>
              </a:rPr>
              <a:t>de</a:t>
            </a:r>
            <a:r>
              <a:rPr dirty="0" sz="7200" spc="340">
                <a:solidFill>
                  <a:srgbClr val="1B3B6B"/>
                </a:solidFill>
              </a:rPr>
              <a:t> </a:t>
            </a:r>
            <a:r>
              <a:rPr dirty="0" sz="7200" spc="910">
                <a:solidFill>
                  <a:srgbClr val="1B3B6B"/>
                </a:solidFill>
              </a:rPr>
              <a:t>RedSol</a:t>
            </a:r>
            <a:r>
              <a:rPr dirty="0" sz="7200" spc="345">
                <a:solidFill>
                  <a:srgbClr val="1B3B6B"/>
                </a:solidFill>
              </a:rPr>
              <a:t> </a:t>
            </a:r>
            <a:r>
              <a:rPr dirty="0" sz="7200" spc="825">
                <a:solidFill>
                  <a:srgbClr val="1B3B6B"/>
                </a:solidFill>
              </a:rPr>
              <a:t>Service</a:t>
            </a:r>
            <a:endParaRPr sz="7200"/>
          </a:p>
        </p:txBody>
      </p:sp>
      <p:grpSp>
        <p:nvGrpSpPr>
          <p:cNvPr id="2" name="object 2"/>
          <p:cNvGrpSpPr/>
          <p:nvPr/>
        </p:nvGrpSpPr>
        <p:grpSpPr>
          <a:xfrm>
            <a:off x="3662361" y="3874159"/>
            <a:ext cx="4619625" cy="5724525"/>
            <a:chOff x="3662361" y="3874159"/>
            <a:chExt cx="4619625" cy="5724525"/>
          </a:xfrm>
        </p:grpSpPr>
        <p:sp>
          <p:nvSpPr>
            <p:cNvPr id="3" name="object 3"/>
            <p:cNvSpPr/>
            <p:nvPr/>
          </p:nvSpPr>
          <p:spPr>
            <a:xfrm>
              <a:off x="3662361" y="3874159"/>
              <a:ext cx="4619625" cy="5724525"/>
            </a:xfrm>
            <a:custGeom>
              <a:avLst/>
              <a:gdLst/>
              <a:ahLst/>
              <a:cxnLst/>
              <a:rect l="l" t="t" r="r" b="b"/>
              <a:pathLst>
                <a:path w="4619625" h="5724525">
                  <a:moveTo>
                    <a:pt x="4619624" y="5724524"/>
                  </a:moveTo>
                  <a:lnTo>
                    <a:pt x="0" y="5724524"/>
                  </a:lnTo>
                  <a:lnTo>
                    <a:pt x="0" y="0"/>
                  </a:lnTo>
                  <a:lnTo>
                    <a:pt x="4619624" y="0"/>
                  </a:lnTo>
                  <a:lnTo>
                    <a:pt x="4619624" y="5724524"/>
                  </a:lnTo>
                  <a:close/>
                </a:path>
              </a:pathLst>
            </a:custGeom>
            <a:solidFill>
              <a:srgbClr val="B5D0E7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10223" y="5461453"/>
              <a:ext cx="66675" cy="666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10223" y="5775778"/>
              <a:ext cx="66675" cy="666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10223" y="6090103"/>
              <a:ext cx="66675" cy="666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10223" y="6404428"/>
              <a:ext cx="66675" cy="666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10223" y="6718753"/>
              <a:ext cx="66675" cy="666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10223" y="7033078"/>
              <a:ext cx="66675" cy="666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10223" y="7347403"/>
              <a:ext cx="66675" cy="666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10223" y="7661728"/>
              <a:ext cx="66675" cy="666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10223" y="7976053"/>
              <a:ext cx="66675" cy="666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10223" y="8290378"/>
              <a:ext cx="66675" cy="6667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662361" y="3874159"/>
            <a:ext cx="4619625" cy="572452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80"/>
              </a:spcBef>
            </a:pPr>
            <a:endParaRPr sz="2300">
              <a:latin typeface="Times New Roman"/>
              <a:cs typeface="Times New Roman"/>
            </a:endParaRPr>
          </a:p>
          <a:p>
            <a:pPr marL="535940">
              <a:lnSpc>
                <a:spcPts val="2730"/>
              </a:lnSpc>
            </a:pPr>
            <a:r>
              <a:rPr dirty="0" sz="2300" spc="110" b="1">
                <a:solidFill>
                  <a:srgbClr val="2D73B3"/>
                </a:solidFill>
                <a:latin typeface="Tahoma"/>
                <a:cs typeface="Tahoma"/>
              </a:rPr>
              <a:t>APLICACIÓN</a:t>
            </a:r>
            <a:endParaRPr sz="2300">
              <a:latin typeface="Tahoma"/>
              <a:cs typeface="Tahoma"/>
            </a:endParaRPr>
          </a:p>
          <a:p>
            <a:pPr marL="535940">
              <a:lnSpc>
                <a:spcPts val="2730"/>
              </a:lnSpc>
            </a:pPr>
            <a:r>
              <a:rPr dirty="0" sz="2300" spc="105" b="1">
                <a:solidFill>
                  <a:srgbClr val="2D73B3"/>
                </a:solidFill>
                <a:latin typeface="Tahoma"/>
                <a:cs typeface="Tahoma"/>
              </a:rPr>
              <a:t>MÓVIL</a:t>
            </a:r>
            <a:r>
              <a:rPr dirty="0" sz="2300" spc="235" b="1">
                <a:solidFill>
                  <a:srgbClr val="2D73B3"/>
                </a:solidFill>
                <a:latin typeface="Tahoma"/>
                <a:cs typeface="Tahoma"/>
              </a:rPr>
              <a:t> </a:t>
            </a:r>
            <a:r>
              <a:rPr dirty="0" sz="2300" spc="114" b="1">
                <a:solidFill>
                  <a:srgbClr val="2D73B3"/>
                </a:solidFill>
                <a:latin typeface="Tahoma"/>
                <a:cs typeface="Tahoma"/>
              </a:rPr>
              <a:t>VECINO</a:t>
            </a:r>
            <a:endParaRPr sz="2300">
              <a:latin typeface="Tahoma"/>
              <a:cs typeface="Tahoma"/>
            </a:endParaRPr>
          </a:p>
          <a:p>
            <a:pPr marL="745490" marR="729615">
              <a:lnSpc>
                <a:spcPct val="114599"/>
              </a:lnSpc>
              <a:spcBef>
                <a:spcPts val="2145"/>
              </a:spcBef>
            </a:pP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Registro</a:t>
            </a:r>
            <a:r>
              <a:rPr dirty="0" sz="1800" spc="16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e</a:t>
            </a:r>
            <a:r>
              <a:rPr dirty="0" sz="1800" spc="16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inicio</a:t>
            </a:r>
            <a:r>
              <a:rPr dirty="0" sz="1800" spc="16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de</a:t>
            </a:r>
            <a:r>
              <a:rPr dirty="0" sz="1800" spc="16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10">
                <a:solidFill>
                  <a:srgbClr val="181818"/>
                </a:solidFill>
                <a:latin typeface="Montserrat"/>
                <a:cs typeface="Montserrat"/>
              </a:rPr>
              <a:t>sesión.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Perfil</a:t>
            </a:r>
            <a:r>
              <a:rPr dirty="0" sz="1800" spc="14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de</a:t>
            </a:r>
            <a:r>
              <a:rPr dirty="0" sz="1800" spc="14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10">
                <a:solidFill>
                  <a:srgbClr val="181818"/>
                </a:solidFill>
                <a:latin typeface="Montserrat"/>
                <a:cs typeface="Montserrat"/>
              </a:rPr>
              <a:t>vecino.</a:t>
            </a:r>
            <a:endParaRPr sz="1800">
              <a:latin typeface="Montserrat"/>
              <a:cs typeface="Montserrat"/>
            </a:endParaRPr>
          </a:p>
          <a:p>
            <a:pPr marL="745490" marR="427990">
              <a:lnSpc>
                <a:spcPct val="114599"/>
              </a:lnSpc>
            </a:pP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Búsqueda</a:t>
            </a:r>
            <a:r>
              <a:rPr dirty="0" sz="1800" spc="15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de</a:t>
            </a:r>
            <a:r>
              <a:rPr dirty="0" sz="1800" spc="15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10">
                <a:solidFill>
                  <a:srgbClr val="181818"/>
                </a:solidFill>
                <a:latin typeface="Montserrat"/>
                <a:cs typeface="Montserrat"/>
              </a:rPr>
              <a:t>servicios.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Visualización</a:t>
            </a:r>
            <a:r>
              <a:rPr dirty="0" sz="1800" spc="24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de</a:t>
            </a:r>
            <a:r>
              <a:rPr dirty="0" sz="1800" spc="25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10">
                <a:solidFill>
                  <a:srgbClr val="181818"/>
                </a:solidFill>
                <a:latin typeface="Montserrat"/>
                <a:cs typeface="Montserrat"/>
              </a:rPr>
              <a:t>prestadores.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Solicitud</a:t>
            </a:r>
            <a:r>
              <a:rPr dirty="0" sz="1800" spc="19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de</a:t>
            </a:r>
            <a:r>
              <a:rPr dirty="0" sz="1800" spc="19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10">
                <a:solidFill>
                  <a:srgbClr val="181818"/>
                </a:solidFill>
                <a:latin typeface="Montserrat"/>
                <a:cs typeface="Montserrat"/>
              </a:rPr>
              <a:t>servicios.</a:t>
            </a:r>
            <a:endParaRPr sz="1800">
              <a:latin typeface="Montserrat"/>
              <a:cs typeface="Montserrat"/>
            </a:endParaRPr>
          </a:p>
          <a:p>
            <a:pPr marL="745490" marR="932180">
              <a:lnSpc>
                <a:spcPct val="114599"/>
              </a:lnSpc>
            </a:pP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Seguimiento</a:t>
            </a:r>
            <a:r>
              <a:rPr dirty="0" sz="1800" spc="204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de</a:t>
            </a:r>
            <a:r>
              <a:rPr dirty="0" sz="1800" spc="21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10">
                <a:solidFill>
                  <a:srgbClr val="181818"/>
                </a:solidFill>
                <a:latin typeface="Montserrat"/>
                <a:cs typeface="Montserrat"/>
              </a:rPr>
              <a:t>estados. Mensajería.</a:t>
            </a:r>
            <a:endParaRPr sz="1800">
              <a:latin typeface="Montserrat"/>
              <a:cs typeface="Montserrat"/>
            </a:endParaRPr>
          </a:p>
          <a:p>
            <a:pPr marL="745490" marR="1278890">
              <a:lnSpc>
                <a:spcPct val="114599"/>
              </a:lnSpc>
            </a:pP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Pago</a:t>
            </a:r>
            <a:r>
              <a:rPr dirty="0" sz="1800" spc="13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del</a:t>
            </a:r>
            <a:r>
              <a:rPr dirty="0" sz="1800" spc="13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10">
                <a:solidFill>
                  <a:srgbClr val="181818"/>
                </a:solidFill>
                <a:latin typeface="Montserrat"/>
                <a:cs typeface="Montserrat"/>
              </a:rPr>
              <a:t>servicio.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Calificación</a:t>
            </a:r>
            <a:r>
              <a:rPr dirty="0" sz="1800" spc="229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y</a:t>
            </a:r>
            <a:r>
              <a:rPr dirty="0" sz="1800" spc="23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10">
                <a:solidFill>
                  <a:srgbClr val="181818"/>
                </a:solidFill>
                <a:latin typeface="Montserrat"/>
                <a:cs typeface="Montserrat"/>
              </a:rPr>
              <a:t>reseñas. Notificaciones.</a:t>
            </a:r>
            <a:endParaRPr sz="1800">
              <a:latin typeface="Montserrat"/>
              <a:cs typeface="Montserra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449564" y="3874159"/>
            <a:ext cx="4619625" cy="5724525"/>
            <a:chOff x="8449564" y="3874159"/>
            <a:chExt cx="4619625" cy="5724525"/>
          </a:xfrm>
        </p:grpSpPr>
        <p:sp>
          <p:nvSpPr>
            <p:cNvPr id="20" name="object 20"/>
            <p:cNvSpPr/>
            <p:nvPr/>
          </p:nvSpPr>
          <p:spPr>
            <a:xfrm>
              <a:off x="8449564" y="3874159"/>
              <a:ext cx="4619625" cy="5724525"/>
            </a:xfrm>
            <a:custGeom>
              <a:avLst/>
              <a:gdLst/>
              <a:ahLst/>
              <a:cxnLst/>
              <a:rect l="l" t="t" r="r" b="b"/>
              <a:pathLst>
                <a:path w="4619625" h="5724525">
                  <a:moveTo>
                    <a:pt x="4619624" y="5724524"/>
                  </a:moveTo>
                  <a:lnTo>
                    <a:pt x="0" y="5724524"/>
                  </a:lnTo>
                  <a:lnTo>
                    <a:pt x="0" y="0"/>
                  </a:lnTo>
                  <a:lnTo>
                    <a:pt x="4619624" y="0"/>
                  </a:lnTo>
                  <a:lnTo>
                    <a:pt x="4619624" y="5724524"/>
                  </a:lnTo>
                  <a:close/>
                </a:path>
              </a:pathLst>
            </a:custGeom>
            <a:solidFill>
              <a:srgbClr val="B5D0E7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97424" y="5461453"/>
              <a:ext cx="66675" cy="6667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97424" y="5775778"/>
              <a:ext cx="66675" cy="6667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97424" y="6090103"/>
              <a:ext cx="66675" cy="6667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97424" y="6404428"/>
              <a:ext cx="66675" cy="6667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97424" y="6718753"/>
              <a:ext cx="66675" cy="6667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97424" y="7347403"/>
              <a:ext cx="66675" cy="6667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97424" y="7661728"/>
              <a:ext cx="66675" cy="6667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97424" y="7976053"/>
              <a:ext cx="66675" cy="6667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97424" y="8604703"/>
              <a:ext cx="66675" cy="6667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97424" y="8919028"/>
              <a:ext cx="66675" cy="66674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8449564" y="3874159"/>
            <a:ext cx="4619625" cy="572452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80"/>
              </a:spcBef>
            </a:pPr>
            <a:endParaRPr sz="2300">
              <a:latin typeface="Times New Roman"/>
              <a:cs typeface="Times New Roman"/>
            </a:endParaRPr>
          </a:p>
          <a:p>
            <a:pPr marL="535940">
              <a:lnSpc>
                <a:spcPts val="2730"/>
              </a:lnSpc>
            </a:pPr>
            <a:r>
              <a:rPr dirty="0" sz="2300" spc="110" b="1">
                <a:solidFill>
                  <a:srgbClr val="2D73B3"/>
                </a:solidFill>
                <a:latin typeface="Tahoma"/>
                <a:cs typeface="Tahoma"/>
              </a:rPr>
              <a:t>APLICACIÓN</a:t>
            </a:r>
            <a:endParaRPr sz="2300">
              <a:latin typeface="Tahoma"/>
              <a:cs typeface="Tahoma"/>
            </a:endParaRPr>
          </a:p>
          <a:p>
            <a:pPr marL="535940">
              <a:lnSpc>
                <a:spcPts val="2730"/>
              </a:lnSpc>
            </a:pPr>
            <a:r>
              <a:rPr dirty="0" sz="2300" spc="105" b="1">
                <a:solidFill>
                  <a:srgbClr val="2D73B3"/>
                </a:solidFill>
                <a:latin typeface="Tahoma"/>
                <a:cs typeface="Tahoma"/>
              </a:rPr>
              <a:t>MOVIL</a:t>
            </a:r>
            <a:r>
              <a:rPr dirty="0" sz="2300" spc="235" b="1">
                <a:solidFill>
                  <a:srgbClr val="2D73B3"/>
                </a:solidFill>
                <a:latin typeface="Tahoma"/>
                <a:cs typeface="Tahoma"/>
              </a:rPr>
              <a:t> </a:t>
            </a:r>
            <a:r>
              <a:rPr dirty="0" sz="2300" spc="114" b="1">
                <a:solidFill>
                  <a:srgbClr val="2D73B3"/>
                </a:solidFill>
                <a:latin typeface="Tahoma"/>
                <a:cs typeface="Tahoma"/>
              </a:rPr>
              <a:t>PRESTADOR</a:t>
            </a:r>
            <a:endParaRPr sz="2300">
              <a:latin typeface="Tahoma"/>
              <a:cs typeface="Tahoma"/>
            </a:endParaRPr>
          </a:p>
          <a:p>
            <a:pPr marL="745490" marR="729615">
              <a:lnSpc>
                <a:spcPct val="114599"/>
              </a:lnSpc>
              <a:spcBef>
                <a:spcPts val="2145"/>
              </a:spcBef>
            </a:pP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Registro</a:t>
            </a:r>
            <a:r>
              <a:rPr dirty="0" sz="1800" spc="16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e</a:t>
            </a:r>
            <a:r>
              <a:rPr dirty="0" sz="1800" spc="16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inicio</a:t>
            </a:r>
            <a:r>
              <a:rPr dirty="0" sz="1800" spc="16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de</a:t>
            </a:r>
            <a:r>
              <a:rPr dirty="0" sz="1800" spc="16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10">
                <a:solidFill>
                  <a:srgbClr val="181818"/>
                </a:solidFill>
                <a:latin typeface="Montserrat"/>
                <a:cs typeface="Montserrat"/>
              </a:rPr>
              <a:t>sesión.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Perfil</a:t>
            </a:r>
            <a:r>
              <a:rPr dirty="0" sz="1800" spc="21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10">
                <a:solidFill>
                  <a:srgbClr val="181818"/>
                </a:solidFill>
                <a:latin typeface="Montserrat"/>
                <a:cs typeface="Montserrat"/>
              </a:rPr>
              <a:t>laboral.</a:t>
            </a:r>
            <a:endParaRPr sz="1800">
              <a:latin typeface="Montserrat"/>
              <a:cs typeface="Montserrat"/>
            </a:endParaRPr>
          </a:p>
          <a:p>
            <a:pPr marL="745490" marR="621030">
              <a:lnSpc>
                <a:spcPct val="114599"/>
              </a:lnSpc>
            </a:pP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Gestión</a:t>
            </a:r>
            <a:r>
              <a:rPr dirty="0" sz="1800" spc="17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de</a:t>
            </a:r>
            <a:r>
              <a:rPr dirty="0" sz="1800" spc="17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10">
                <a:solidFill>
                  <a:srgbClr val="181818"/>
                </a:solidFill>
                <a:latin typeface="Montserrat"/>
                <a:cs typeface="Montserrat"/>
              </a:rPr>
              <a:t>servicios/oficios.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Solicitudes</a:t>
            </a:r>
            <a:r>
              <a:rPr dirty="0" sz="1800" spc="35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10">
                <a:solidFill>
                  <a:srgbClr val="181818"/>
                </a:solidFill>
                <a:latin typeface="Montserrat"/>
                <a:cs typeface="Montserrat"/>
              </a:rPr>
              <a:t>recibidas.</a:t>
            </a:r>
            <a:endParaRPr sz="1800">
              <a:latin typeface="Montserrat"/>
              <a:cs typeface="Montserrat"/>
            </a:endParaRPr>
          </a:p>
          <a:p>
            <a:pPr marL="745490" marR="1628139">
              <a:lnSpc>
                <a:spcPct val="114599"/>
              </a:lnSpc>
            </a:pP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Aceptar</a:t>
            </a:r>
            <a:r>
              <a:rPr dirty="0" sz="1800" spc="15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o</a:t>
            </a:r>
            <a:r>
              <a:rPr dirty="0" sz="1800" spc="15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10">
                <a:solidFill>
                  <a:srgbClr val="181818"/>
                </a:solidFill>
                <a:latin typeface="Montserrat"/>
                <a:cs typeface="Montserrat"/>
              </a:rPr>
              <a:t>rechazar solicitudes.</a:t>
            </a:r>
            <a:endParaRPr sz="1800">
              <a:latin typeface="Montserrat"/>
              <a:cs typeface="Montserrat"/>
            </a:endParaRPr>
          </a:p>
          <a:p>
            <a:pPr marL="745490" marR="749935">
              <a:lnSpc>
                <a:spcPct val="114599"/>
              </a:lnSpc>
            </a:pP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Agregar</a:t>
            </a:r>
            <a:r>
              <a:rPr dirty="0" sz="1800" spc="18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costo</a:t>
            </a:r>
            <a:r>
              <a:rPr dirty="0" sz="1800" spc="18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del</a:t>
            </a:r>
            <a:r>
              <a:rPr dirty="0" sz="1800" spc="18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10">
                <a:solidFill>
                  <a:srgbClr val="181818"/>
                </a:solidFill>
                <a:latin typeface="Montserrat"/>
                <a:cs typeface="Montserrat"/>
              </a:rPr>
              <a:t>servicio.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Actualización</a:t>
            </a:r>
            <a:r>
              <a:rPr dirty="0" sz="1800" spc="254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de</a:t>
            </a:r>
            <a:r>
              <a:rPr dirty="0" sz="1800" spc="254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10">
                <a:solidFill>
                  <a:srgbClr val="181818"/>
                </a:solidFill>
                <a:latin typeface="Montserrat"/>
                <a:cs typeface="Montserrat"/>
              </a:rPr>
              <a:t>estados.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Registro</a:t>
            </a:r>
            <a:r>
              <a:rPr dirty="0" sz="1800" spc="19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del</a:t>
            </a:r>
            <a:r>
              <a:rPr dirty="0" sz="1800" spc="19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10">
                <a:solidFill>
                  <a:srgbClr val="181818"/>
                </a:solidFill>
                <a:latin typeface="Montserrat"/>
                <a:cs typeface="Montserrat"/>
              </a:rPr>
              <a:t>trabajo realizado.</a:t>
            </a:r>
            <a:endParaRPr sz="1800">
              <a:latin typeface="Montserrat"/>
              <a:cs typeface="Montserrat"/>
            </a:endParaRPr>
          </a:p>
          <a:p>
            <a:pPr marL="745490" marR="1046480">
              <a:lnSpc>
                <a:spcPct val="114599"/>
              </a:lnSpc>
            </a:pP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Consulta</a:t>
            </a:r>
            <a:r>
              <a:rPr dirty="0" sz="1800" spc="175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de</a:t>
            </a:r>
            <a:r>
              <a:rPr dirty="0" sz="1800" spc="18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10">
                <a:solidFill>
                  <a:srgbClr val="181818"/>
                </a:solidFill>
                <a:latin typeface="Montserrat"/>
                <a:cs typeface="Montserrat"/>
              </a:rPr>
              <a:t>pagos. </a:t>
            </a:r>
            <a:r>
              <a:rPr dirty="0" sz="1800">
                <a:solidFill>
                  <a:srgbClr val="181818"/>
                </a:solidFill>
                <a:latin typeface="Montserrat"/>
                <a:cs typeface="Montserrat"/>
              </a:rPr>
              <a:t>Calificaciones</a:t>
            </a:r>
            <a:r>
              <a:rPr dirty="0" sz="1800" spc="45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10">
                <a:solidFill>
                  <a:srgbClr val="181818"/>
                </a:solidFill>
                <a:latin typeface="Montserrat"/>
                <a:cs typeface="Montserrat"/>
              </a:rPr>
              <a:t>recibidas.</a:t>
            </a:r>
            <a:endParaRPr sz="1800">
              <a:latin typeface="Montserrat"/>
              <a:cs typeface="Montserra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3236765" y="3874159"/>
            <a:ext cx="4619625" cy="5724525"/>
            <a:chOff x="13236765" y="3874159"/>
            <a:chExt cx="4619625" cy="5724525"/>
          </a:xfrm>
        </p:grpSpPr>
        <p:sp>
          <p:nvSpPr>
            <p:cNvPr id="33" name="object 33"/>
            <p:cNvSpPr/>
            <p:nvPr/>
          </p:nvSpPr>
          <p:spPr>
            <a:xfrm>
              <a:off x="13236765" y="3874159"/>
              <a:ext cx="4619625" cy="5724525"/>
            </a:xfrm>
            <a:custGeom>
              <a:avLst/>
              <a:gdLst/>
              <a:ahLst/>
              <a:cxnLst/>
              <a:rect l="l" t="t" r="r" b="b"/>
              <a:pathLst>
                <a:path w="4619625" h="5724525">
                  <a:moveTo>
                    <a:pt x="4619624" y="5724524"/>
                  </a:moveTo>
                  <a:lnTo>
                    <a:pt x="0" y="5724524"/>
                  </a:lnTo>
                  <a:lnTo>
                    <a:pt x="0" y="0"/>
                  </a:lnTo>
                  <a:lnTo>
                    <a:pt x="4619624" y="0"/>
                  </a:lnTo>
                  <a:lnTo>
                    <a:pt x="4619624" y="5724524"/>
                  </a:lnTo>
                  <a:close/>
                </a:path>
              </a:pathLst>
            </a:custGeom>
            <a:solidFill>
              <a:srgbClr val="B5D0E7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84627" y="5461453"/>
              <a:ext cx="66675" cy="6667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84627" y="5775778"/>
              <a:ext cx="66675" cy="6667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84627" y="6090103"/>
              <a:ext cx="66675" cy="6667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84627" y="6404428"/>
              <a:ext cx="66675" cy="6667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84627" y="6718753"/>
              <a:ext cx="66675" cy="6667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84627" y="7033078"/>
              <a:ext cx="66675" cy="6667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84627" y="7347403"/>
              <a:ext cx="66675" cy="6667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84627" y="7661728"/>
              <a:ext cx="66675" cy="66674"/>
            </a:xfrm>
            <a:prstGeom prst="rect">
              <a:avLst/>
            </a:prstGeom>
          </p:spPr>
        </p:pic>
      </p:grpSp>
      <p:sp>
        <p:nvSpPr>
          <p:cNvPr id="42" name="object 42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117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880"/>
              </a:spcBef>
            </a:pPr>
          </a:p>
          <a:p>
            <a:pPr marL="535940">
              <a:lnSpc>
                <a:spcPts val="2730"/>
              </a:lnSpc>
            </a:pPr>
            <a:r>
              <a:rPr dirty="0" spc="65"/>
              <a:t>WEB</a:t>
            </a:r>
          </a:p>
          <a:p>
            <a:pPr marL="535940">
              <a:lnSpc>
                <a:spcPts val="2730"/>
              </a:lnSpc>
            </a:pPr>
            <a:r>
              <a:rPr dirty="0" spc="75"/>
              <a:t>ADMINISTRATIVA</a:t>
            </a:r>
          </a:p>
          <a:p>
            <a:pPr marL="745490" marR="919480">
              <a:lnSpc>
                <a:spcPct val="114599"/>
              </a:lnSpc>
              <a:spcBef>
                <a:spcPts val="2145"/>
              </a:spcBef>
            </a:pPr>
            <a:r>
              <a:rPr dirty="0" sz="1800" b="0">
                <a:solidFill>
                  <a:srgbClr val="181818"/>
                </a:solidFill>
                <a:latin typeface="Montserrat"/>
                <a:cs typeface="Montserrat"/>
              </a:rPr>
              <a:t>Mantenedor</a:t>
            </a:r>
            <a:r>
              <a:rPr dirty="0" sz="1800" spc="195" b="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b="0">
                <a:solidFill>
                  <a:srgbClr val="181818"/>
                </a:solidFill>
                <a:latin typeface="Montserrat"/>
                <a:cs typeface="Montserrat"/>
              </a:rPr>
              <a:t>de</a:t>
            </a:r>
            <a:r>
              <a:rPr dirty="0" sz="1800" spc="200" b="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10" b="0">
                <a:solidFill>
                  <a:srgbClr val="181818"/>
                </a:solidFill>
                <a:latin typeface="Montserrat"/>
                <a:cs typeface="Montserrat"/>
              </a:rPr>
              <a:t>usuarios. </a:t>
            </a:r>
            <a:r>
              <a:rPr dirty="0" sz="1800" b="0">
                <a:solidFill>
                  <a:srgbClr val="181818"/>
                </a:solidFill>
                <a:latin typeface="Montserrat"/>
                <a:cs typeface="Montserrat"/>
              </a:rPr>
              <a:t>Mantenedor</a:t>
            </a:r>
            <a:r>
              <a:rPr dirty="0" sz="1800" spc="195" b="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b="0">
                <a:solidFill>
                  <a:srgbClr val="181818"/>
                </a:solidFill>
                <a:latin typeface="Montserrat"/>
                <a:cs typeface="Montserrat"/>
              </a:rPr>
              <a:t>de</a:t>
            </a:r>
            <a:r>
              <a:rPr dirty="0" sz="1800" spc="200" b="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10" b="0">
                <a:solidFill>
                  <a:srgbClr val="181818"/>
                </a:solidFill>
                <a:latin typeface="Montserrat"/>
                <a:cs typeface="Montserrat"/>
              </a:rPr>
              <a:t>roles.</a:t>
            </a:r>
            <a:endParaRPr sz="1800">
              <a:latin typeface="Montserrat"/>
              <a:cs typeface="Montserrat"/>
            </a:endParaRPr>
          </a:p>
          <a:p>
            <a:pPr marL="745490" marR="678180">
              <a:lnSpc>
                <a:spcPct val="114599"/>
              </a:lnSpc>
            </a:pPr>
            <a:r>
              <a:rPr dirty="0" sz="1800" b="0">
                <a:solidFill>
                  <a:srgbClr val="181818"/>
                </a:solidFill>
                <a:latin typeface="Montserrat"/>
                <a:cs typeface="Montserrat"/>
              </a:rPr>
              <a:t>Mantenedor</a:t>
            </a:r>
            <a:r>
              <a:rPr dirty="0" sz="1800" spc="195" b="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b="0">
                <a:solidFill>
                  <a:srgbClr val="181818"/>
                </a:solidFill>
                <a:latin typeface="Montserrat"/>
                <a:cs typeface="Montserrat"/>
              </a:rPr>
              <a:t>de</a:t>
            </a:r>
            <a:r>
              <a:rPr dirty="0" sz="1800" spc="200" b="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10" b="0">
                <a:solidFill>
                  <a:srgbClr val="181818"/>
                </a:solidFill>
                <a:latin typeface="Montserrat"/>
                <a:cs typeface="Montserrat"/>
              </a:rPr>
              <a:t>barrios. </a:t>
            </a:r>
            <a:r>
              <a:rPr dirty="0" sz="1800" b="0">
                <a:solidFill>
                  <a:srgbClr val="181818"/>
                </a:solidFill>
                <a:latin typeface="Montserrat"/>
                <a:cs typeface="Montserrat"/>
              </a:rPr>
              <a:t>Mantenedor</a:t>
            </a:r>
            <a:r>
              <a:rPr dirty="0" sz="1800" spc="195" b="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b="0">
                <a:solidFill>
                  <a:srgbClr val="181818"/>
                </a:solidFill>
                <a:latin typeface="Montserrat"/>
                <a:cs typeface="Montserrat"/>
              </a:rPr>
              <a:t>de</a:t>
            </a:r>
            <a:r>
              <a:rPr dirty="0" sz="1800" spc="200" b="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10" b="0">
                <a:solidFill>
                  <a:srgbClr val="181818"/>
                </a:solidFill>
                <a:latin typeface="Montserrat"/>
                <a:cs typeface="Montserrat"/>
              </a:rPr>
              <a:t>categorías. </a:t>
            </a:r>
            <a:r>
              <a:rPr dirty="0" sz="1800" b="0">
                <a:solidFill>
                  <a:srgbClr val="181818"/>
                </a:solidFill>
                <a:latin typeface="Montserrat"/>
                <a:cs typeface="Montserrat"/>
              </a:rPr>
              <a:t>Mantenedor</a:t>
            </a:r>
            <a:r>
              <a:rPr dirty="0" sz="1800" spc="195" b="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b="0">
                <a:solidFill>
                  <a:srgbClr val="181818"/>
                </a:solidFill>
                <a:latin typeface="Montserrat"/>
                <a:cs typeface="Montserrat"/>
              </a:rPr>
              <a:t>de</a:t>
            </a:r>
            <a:r>
              <a:rPr dirty="0" sz="1800" spc="200" b="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10" b="0">
                <a:solidFill>
                  <a:srgbClr val="181818"/>
                </a:solidFill>
                <a:latin typeface="Montserrat"/>
                <a:cs typeface="Montserrat"/>
              </a:rPr>
              <a:t>oficios.</a:t>
            </a:r>
            <a:endParaRPr sz="1800">
              <a:latin typeface="Montserrat"/>
              <a:cs typeface="Montserrat"/>
            </a:endParaRPr>
          </a:p>
          <a:p>
            <a:pPr marL="745490" marR="998855">
              <a:lnSpc>
                <a:spcPct val="114599"/>
              </a:lnSpc>
            </a:pPr>
            <a:r>
              <a:rPr dirty="0" sz="1800" b="0">
                <a:solidFill>
                  <a:srgbClr val="181818"/>
                </a:solidFill>
                <a:latin typeface="Montserrat"/>
                <a:cs typeface="Montserrat"/>
              </a:rPr>
              <a:t>Mantenedor</a:t>
            </a:r>
            <a:r>
              <a:rPr dirty="0" sz="1800" spc="195" b="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b="0">
                <a:solidFill>
                  <a:srgbClr val="181818"/>
                </a:solidFill>
                <a:latin typeface="Montserrat"/>
                <a:cs typeface="Montserrat"/>
              </a:rPr>
              <a:t>de</a:t>
            </a:r>
            <a:r>
              <a:rPr dirty="0" sz="1800" spc="200" b="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10" b="0">
                <a:solidFill>
                  <a:srgbClr val="181818"/>
                </a:solidFill>
                <a:latin typeface="Montserrat"/>
                <a:cs typeface="Montserrat"/>
              </a:rPr>
              <a:t>estados. </a:t>
            </a:r>
            <a:r>
              <a:rPr dirty="0" sz="1800" b="0">
                <a:solidFill>
                  <a:srgbClr val="181818"/>
                </a:solidFill>
                <a:latin typeface="Montserrat"/>
                <a:cs typeface="Montserrat"/>
              </a:rPr>
              <a:t>Gestión</a:t>
            </a:r>
            <a:r>
              <a:rPr dirty="0" sz="1800" spc="170" b="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b="0">
                <a:solidFill>
                  <a:srgbClr val="181818"/>
                </a:solidFill>
                <a:latin typeface="Montserrat"/>
                <a:cs typeface="Montserrat"/>
              </a:rPr>
              <a:t>de</a:t>
            </a:r>
            <a:r>
              <a:rPr dirty="0" sz="1800" spc="175" b="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10" b="0">
                <a:solidFill>
                  <a:srgbClr val="181818"/>
                </a:solidFill>
                <a:latin typeface="Montserrat"/>
                <a:cs typeface="Montserrat"/>
              </a:rPr>
              <a:t>reportes.</a:t>
            </a:r>
            <a:endParaRPr sz="1800">
              <a:latin typeface="Montserrat"/>
              <a:cs typeface="Montserrat"/>
            </a:endParaRPr>
          </a:p>
          <a:p>
            <a:pPr marL="745490" marR="1078865">
              <a:lnSpc>
                <a:spcPct val="114599"/>
              </a:lnSpc>
            </a:pPr>
            <a:r>
              <a:rPr dirty="0" sz="1800" b="0">
                <a:solidFill>
                  <a:srgbClr val="181818"/>
                </a:solidFill>
                <a:latin typeface="Montserrat"/>
                <a:cs typeface="Montserrat"/>
              </a:rPr>
              <a:t>Supervisión</a:t>
            </a:r>
            <a:r>
              <a:rPr dirty="0" sz="1800" spc="285" b="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b="0">
                <a:solidFill>
                  <a:srgbClr val="181818"/>
                </a:solidFill>
                <a:latin typeface="Montserrat"/>
                <a:cs typeface="Montserrat"/>
              </a:rPr>
              <a:t>general</a:t>
            </a:r>
            <a:r>
              <a:rPr dirty="0" sz="1800" spc="290" b="0">
                <a:solidFill>
                  <a:srgbClr val="181818"/>
                </a:solidFill>
                <a:latin typeface="Montserrat"/>
                <a:cs typeface="Montserrat"/>
              </a:rPr>
              <a:t> </a:t>
            </a:r>
            <a:r>
              <a:rPr dirty="0" sz="1800" spc="-25" b="0">
                <a:solidFill>
                  <a:srgbClr val="181818"/>
                </a:solidFill>
                <a:latin typeface="Montserrat"/>
                <a:cs typeface="Montserrat"/>
              </a:rPr>
              <a:t>del </a:t>
            </a:r>
            <a:r>
              <a:rPr dirty="0" sz="1800" spc="-10" b="0">
                <a:solidFill>
                  <a:srgbClr val="181818"/>
                </a:solidFill>
                <a:latin typeface="Montserrat"/>
                <a:cs typeface="Montserrat"/>
              </a:rPr>
              <a:t>sistema.</a:t>
            </a:r>
            <a:endParaRPr sz="180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075" y="849833"/>
            <a:ext cx="4298802" cy="856402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67579" y="903919"/>
            <a:ext cx="4265998" cy="85319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90753" y="903919"/>
            <a:ext cx="4265998" cy="85319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813925" y="903919"/>
            <a:ext cx="4265998" cy="85319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206" y="924174"/>
            <a:ext cx="7194869" cy="41416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7945" y="924174"/>
            <a:ext cx="7919848" cy="41416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0206" y="5221173"/>
            <a:ext cx="7919848" cy="41416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57945" y="5221173"/>
            <a:ext cx="7919848" cy="41416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016000" y="994136"/>
            <a:ext cx="9421495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695">
                <a:solidFill>
                  <a:srgbClr val="1B3B6B"/>
                </a:solidFill>
              </a:rPr>
              <a:t>Hitos</a:t>
            </a:r>
            <a:r>
              <a:rPr dirty="0" sz="8000" spc="380">
                <a:solidFill>
                  <a:srgbClr val="1B3B6B"/>
                </a:solidFill>
              </a:rPr>
              <a:t> </a:t>
            </a:r>
            <a:r>
              <a:rPr dirty="0" sz="8000" spc="850">
                <a:solidFill>
                  <a:srgbClr val="1B3B6B"/>
                </a:solidFill>
              </a:rPr>
              <a:t>Importantes</a:t>
            </a:r>
            <a:endParaRPr sz="8000"/>
          </a:p>
        </p:txBody>
      </p:sp>
      <p:sp>
        <p:nvSpPr>
          <p:cNvPr id="2" name="object 2"/>
          <p:cNvSpPr/>
          <p:nvPr/>
        </p:nvSpPr>
        <p:spPr>
          <a:xfrm>
            <a:off x="8306427" y="4143421"/>
            <a:ext cx="1381125" cy="361950"/>
          </a:xfrm>
          <a:custGeom>
            <a:avLst/>
            <a:gdLst/>
            <a:ahLst/>
            <a:cxnLst/>
            <a:rect l="l" t="t" r="r" b="b"/>
            <a:pathLst>
              <a:path w="1381125" h="361950">
                <a:moveTo>
                  <a:pt x="1200149" y="361949"/>
                </a:moveTo>
                <a:lnTo>
                  <a:pt x="180974" y="361949"/>
                </a:lnTo>
                <a:lnTo>
                  <a:pt x="172084" y="361732"/>
                </a:lnTo>
                <a:lnTo>
                  <a:pt x="128440" y="354159"/>
                </a:lnTo>
                <a:lnTo>
                  <a:pt x="87943" y="336208"/>
                </a:lnTo>
                <a:lnTo>
                  <a:pt x="53006" y="308943"/>
                </a:lnTo>
                <a:lnTo>
                  <a:pt x="25741" y="274006"/>
                </a:lnTo>
                <a:lnTo>
                  <a:pt x="7790" y="233509"/>
                </a:lnTo>
                <a:lnTo>
                  <a:pt x="217" y="189865"/>
                </a:lnTo>
                <a:lnTo>
                  <a:pt x="0" y="180974"/>
                </a:lnTo>
                <a:lnTo>
                  <a:pt x="217" y="172084"/>
                </a:lnTo>
                <a:lnTo>
                  <a:pt x="7790" y="128440"/>
                </a:lnTo>
                <a:lnTo>
                  <a:pt x="25741" y="87943"/>
                </a:lnTo>
                <a:lnTo>
                  <a:pt x="53006" y="53006"/>
                </a:lnTo>
                <a:lnTo>
                  <a:pt x="87943" y="25741"/>
                </a:lnTo>
                <a:lnTo>
                  <a:pt x="128440" y="7790"/>
                </a:lnTo>
                <a:lnTo>
                  <a:pt x="172084" y="217"/>
                </a:lnTo>
                <a:lnTo>
                  <a:pt x="180974" y="0"/>
                </a:lnTo>
                <a:lnTo>
                  <a:pt x="1200149" y="0"/>
                </a:lnTo>
                <a:lnTo>
                  <a:pt x="1244133" y="5425"/>
                </a:lnTo>
                <a:lnTo>
                  <a:pt x="1285461" y="21367"/>
                </a:lnTo>
                <a:lnTo>
                  <a:pt x="1321678" y="46873"/>
                </a:lnTo>
                <a:lnTo>
                  <a:pt x="1350625" y="80430"/>
                </a:lnTo>
                <a:lnTo>
                  <a:pt x="1370550" y="120016"/>
                </a:lnTo>
                <a:lnTo>
                  <a:pt x="1380255" y="163236"/>
                </a:lnTo>
                <a:lnTo>
                  <a:pt x="1381124" y="180974"/>
                </a:lnTo>
                <a:lnTo>
                  <a:pt x="1380907" y="189865"/>
                </a:lnTo>
                <a:lnTo>
                  <a:pt x="1373333" y="233509"/>
                </a:lnTo>
                <a:lnTo>
                  <a:pt x="1355383" y="274006"/>
                </a:lnTo>
                <a:lnTo>
                  <a:pt x="1328118" y="308943"/>
                </a:lnTo>
                <a:lnTo>
                  <a:pt x="1293180" y="336208"/>
                </a:lnTo>
                <a:lnTo>
                  <a:pt x="1252684" y="354159"/>
                </a:lnTo>
                <a:lnTo>
                  <a:pt x="1209040" y="361732"/>
                </a:lnTo>
                <a:lnTo>
                  <a:pt x="1200149" y="361949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306427" y="5133184"/>
            <a:ext cx="1247775" cy="361950"/>
          </a:xfrm>
          <a:custGeom>
            <a:avLst/>
            <a:gdLst/>
            <a:ahLst/>
            <a:cxnLst/>
            <a:rect l="l" t="t" r="r" b="b"/>
            <a:pathLst>
              <a:path w="1247775" h="361950">
                <a:moveTo>
                  <a:pt x="1066799" y="361949"/>
                </a:moveTo>
                <a:lnTo>
                  <a:pt x="180974" y="361949"/>
                </a:lnTo>
                <a:lnTo>
                  <a:pt x="172084" y="361732"/>
                </a:lnTo>
                <a:lnTo>
                  <a:pt x="128440" y="354159"/>
                </a:lnTo>
                <a:lnTo>
                  <a:pt x="87943" y="336208"/>
                </a:lnTo>
                <a:lnTo>
                  <a:pt x="53006" y="308943"/>
                </a:lnTo>
                <a:lnTo>
                  <a:pt x="25741" y="274006"/>
                </a:lnTo>
                <a:lnTo>
                  <a:pt x="7790" y="233509"/>
                </a:lnTo>
                <a:lnTo>
                  <a:pt x="217" y="189865"/>
                </a:lnTo>
                <a:lnTo>
                  <a:pt x="0" y="180974"/>
                </a:lnTo>
                <a:lnTo>
                  <a:pt x="217" y="172084"/>
                </a:lnTo>
                <a:lnTo>
                  <a:pt x="7790" y="128440"/>
                </a:lnTo>
                <a:lnTo>
                  <a:pt x="25741" y="87943"/>
                </a:lnTo>
                <a:lnTo>
                  <a:pt x="53006" y="53006"/>
                </a:lnTo>
                <a:lnTo>
                  <a:pt x="87943" y="25741"/>
                </a:lnTo>
                <a:lnTo>
                  <a:pt x="128440" y="7790"/>
                </a:lnTo>
                <a:lnTo>
                  <a:pt x="172084" y="217"/>
                </a:lnTo>
                <a:lnTo>
                  <a:pt x="180974" y="0"/>
                </a:lnTo>
                <a:lnTo>
                  <a:pt x="1066799" y="0"/>
                </a:lnTo>
                <a:lnTo>
                  <a:pt x="1110783" y="5425"/>
                </a:lnTo>
                <a:lnTo>
                  <a:pt x="1152111" y="21367"/>
                </a:lnTo>
                <a:lnTo>
                  <a:pt x="1188327" y="46873"/>
                </a:lnTo>
                <a:lnTo>
                  <a:pt x="1217275" y="80430"/>
                </a:lnTo>
                <a:lnTo>
                  <a:pt x="1237200" y="120016"/>
                </a:lnTo>
                <a:lnTo>
                  <a:pt x="1246905" y="163236"/>
                </a:lnTo>
                <a:lnTo>
                  <a:pt x="1247774" y="180974"/>
                </a:lnTo>
                <a:lnTo>
                  <a:pt x="1247557" y="189865"/>
                </a:lnTo>
                <a:lnTo>
                  <a:pt x="1239984" y="233509"/>
                </a:lnTo>
                <a:lnTo>
                  <a:pt x="1222033" y="274006"/>
                </a:lnTo>
                <a:lnTo>
                  <a:pt x="1194768" y="308943"/>
                </a:lnTo>
                <a:lnTo>
                  <a:pt x="1159830" y="336208"/>
                </a:lnTo>
                <a:lnTo>
                  <a:pt x="1119334" y="354159"/>
                </a:lnTo>
                <a:lnTo>
                  <a:pt x="1075690" y="361732"/>
                </a:lnTo>
                <a:lnTo>
                  <a:pt x="1066799" y="361949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306427" y="6122946"/>
            <a:ext cx="1381125" cy="361950"/>
          </a:xfrm>
          <a:custGeom>
            <a:avLst/>
            <a:gdLst/>
            <a:ahLst/>
            <a:cxnLst/>
            <a:rect l="l" t="t" r="r" b="b"/>
            <a:pathLst>
              <a:path w="1381125" h="361950">
                <a:moveTo>
                  <a:pt x="1200149" y="361949"/>
                </a:moveTo>
                <a:lnTo>
                  <a:pt x="180974" y="361949"/>
                </a:lnTo>
                <a:lnTo>
                  <a:pt x="172084" y="361732"/>
                </a:lnTo>
                <a:lnTo>
                  <a:pt x="128440" y="354159"/>
                </a:lnTo>
                <a:lnTo>
                  <a:pt x="87943" y="336208"/>
                </a:lnTo>
                <a:lnTo>
                  <a:pt x="53006" y="308943"/>
                </a:lnTo>
                <a:lnTo>
                  <a:pt x="25741" y="274006"/>
                </a:lnTo>
                <a:lnTo>
                  <a:pt x="7790" y="233509"/>
                </a:lnTo>
                <a:lnTo>
                  <a:pt x="217" y="189865"/>
                </a:lnTo>
                <a:lnTo>
                  <a:pt x="0" y="180974"/>
                </a:lnTo>
                <a:lnTo>
                  <a:pt x="217" y="172084"/>
                </a:lnTo>
                <a:lnTo>
                  <a:pt x="7790" y="128440"/>
                </a:lnTo>
                <a:lnTo>
                  <a:pt x="25741" y="87943"/>
                </a:lnTo>
                <a:lnTo>
                  <a:pt x="53006" y="53006"/>
                </a:lnTo>
                <a:lnTo>
                  <a:pt x="87943" y="25741"/>
                </a:lnTo>
                <a:lnTo>
                  <a:pt x="128440" y="7790"/>
                </a:lnTo>
                <a:lnTo>
                  <a:pt x="172084" y="217"/>
                </a:lnTo>
                <a:lnTo>
                  <a:pt x="180974" y="0"/>
                </a:lnTo>
                <a:lnTo>
                  <a:pt x="1200149" y="0"/>
                </a:lnTo>
                <a:lnTo>
                  <a:pt x="1244133" y="5425"/>
                </a:lnTo>
                <a:lnTo>
                  <a:pt x="1285461" y="21367"/>
                </a:lnTo>
                <a:lnTo>
                  <a:pt x="1321678" y="46873"/>
                </a:lnTo>
                <a:lnTo>
                  <a:pt x="1350625" y="80430"/>
                </a:lnTo>
                <a:lnTo>
                  <a:pt x="1370550" y="120016"/>
                </a:lnTo>
                <a:lnTo>
                  <a:pt x="1380255" y="163236"/>
                </a:lnTo>
                <a:lnTo>
                  <a:pt x="1381124" y="180974"/>
                </a:lnTo>
                <a:lnTo>
                  <a:pt x="1380907" y="189865"/>
                </a:lnTo>
                <a:lnTo>
                  <a:pt x="1373333" y="233509"/>
                </a:lnTo>
                <a:lnTo>
                  <a:pt x="1355383" y="274006"/>
                </a:lnTo>
                <a:lnTo>
                  <a:pt x="1328118" y="308943"/>
                </a:lnTo>
                <a:lnTo>
                  <a:pt x="1293180" y="336208"/>
                </a:lnTo>
                <a:lnTo>
                  <a:pt x="1252684" y="354159"/>
                </a:lnTo>
                <a:lnTo>
                  <a:pt x="1209040" y="361732"/>
                </a:lnTo>
                <a:lnTo>
                  <a:pt x="1200149" y="361949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306427" y="7112709"/>
            <a:ext cx="1514475" cy="361950"/>
          </a:xfrm>
          <a:custGeom>
            <a:avLst/>
            <a:gdLst/>
            <a:ahLst/>
            <a:cxnLst/>
            <a:rect l="l" t="t" r="r" b="b"/>
            <a:pathLst>
              <a:path w="1514475" h="361950">
                <a:moveTo>
                  <a:pt x="1333499" y="361949"/>
                </a:moveTo>
                <a:lnTo>
                  <a:pt x="180974" y="361949"/>
                </a:lnTo>
                <a:lnTo>
                  <a:pt x="172084" y="361732"/>
                </a:lnTo>
                <a:lnTo>
                  <a:pt x="128440" y="354159"/>
                </a:lnTo>
                <a:lnTo>
                  <a:pt x="87943" y="336208"/>
                </a:lnTo>
                <a:lnTo>
                  <a:pt x="53006" y="308943"/>
                </a:lnTo>
                <a:lnTo>
                  <a:pt x="25741" y="274006"/>
                </a:lnTo>
                <a:lnTo>
                  <a:pt x="7790" y="233509"/>
                </a:lnTo>
                <a:lnTo>
                  <a:pt x="217" y="189865"/>
                </a:lnTo>
                <a:lnTo>
                  <a:pt x="0" y="180974"/>
                </a:lnTo>
                <a:lnTo>
                  <a:pt x="217" y="172084"/>
                </a:lnTo>
                <a:lnTo>
                  <a:pt x="7790" y="128440"/>
                </a:lnTo>
                <a:lnTo>
                  <a:pt x="25741" y="87943"/>
                </a:lnTo>
                <a:lnTo>
                  <a:pt x="53006" y="53006"/>
                </a:lnTo>
                <a:lnTo>
                  <a:pt x="87943" y="25741"/>
                </a:lnTo>
                <a:lnTo>
                  <a:pt x="128440" y="7790"/>
                </a:lnTo>
                <a:lnTo>
                  <a:pt x="172084" y="217"/>
                </a:lnTo>
                <a:lnTo>
                  <a:pt x="180974" y="0"/>
                </a:lnTo>
                <a:lnTo>
                  <a:pt x="1333499" y="0"/>
                </a:lnTo>
                <a:lnTo>
                  <a:pt x="1377483" y="5425"/>
                </a:lnTo>
                <a:lnTo>
                  <a:pt x="1418811" y="21367"/>
                </a:lnTo>
                <a:lnTo>
                  <a:pt x="1455028" y="46873"/>
                </a:lnTo>
                <a:lnTo>
                  <a:pt x="1483975" y="80430"/>
                </a:lnTo>
                <a:lnTo>
                  <a:pt x="1503900" y="120016"/>
                </a:lnTo>
                <a:lnTo>
                  <a:pt x="1513605" y="163236"/>
                </a:lnTo>
                <a:lnTo>
                  <a:pt x="1514474" y="180974"/>
                </a:lnTo>
                <a:lnTo>
                  <a:pt x="1514257" y="189865"/>
                </a:lnTo>
                <a:lnTo>
                  <a:pt x="1506684" y="233509"/>
                </a:lnTo>
                <a:lnTo>
                  <a:pt x="1488733" y="274006"/>
                </a:lnTo>
                <a:lnTo>
                  <a:pt x="1461468" y="308943"/>
                </a:lnTo>
                <a:lnTo>
                  <a:pt x="1426530" y="336208"/>
                </a:lnTo>
                <a:lnTo>
                  <a:pt x="1386034" y="354159"/>
                </a:lnTo>
                <a:lnTo>
                  <a:pt x="1342390" y="361732"/>
                </a:lnTo>
                <a:lnTo>
                  <a:pt x="1333499" y="361949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306427" y="8102472"/>
            <a:ext cx="1381125" cy="361950"/>
          </a:xfrm>
          <a:custGeom>
            <a:avLst/>
            <a:gdLst/>
            <a:ahLst/>
            <a:cxnLst/>
            <a:rect l="l" t="t" r="r" b="b"/>
            <a:pathLst>
              <a:path w="1381125" h="361950">
                <a:moveTo>
                  <a:pt x="1200149" y="361949"/>
                </a:moveTo>
                <a:lnTo>
                  <a:pt x="180974" y="361949"/>
                </a:lnTo>
                <a:lnTo>
                  <a:pt x="172084" y="361732"/>
                </a:lnTo>
                <a:lnTo>
                  <a:pt x="128440" y="354159"/>
                </a:lnTo>
                <a:lnTo>
                  <a:pt x="87943" y="336208"/>
                </a:lnTo>
                <a:lnTo>
                  <a:pt x="53006" y="308943"/>
                </a:lnTo>
                <a:lnTo>
                  <a:pt x="25741" y="274006"/>
                </a:lnTo>
                <a:lnTo>
                  <a:pt x="7790" y="233509"/>
                </a:lnTo>
                <a:lnTo>
                  <a:pt x="217" y="189865"/>
                </a:lnTo>
                <a:lnTo>
                  <a:pt x="0" y="180974"/>
                </a:lnTo>
                <a:lnTo>
                  <a:pt x="217" y="172084"/>
                </a:lnTo>
                <a:lnTo>
                  <a:pt x="7790" y="128440"/>
                </a:lnTo>
                <a:lnTo>
                  <a:pt x="25741" y="87943"/>
                </a:lnTo>
                <a:lnTo>
                  <a:pt x="53006" y="53006"/>
                </a:lnTo>
                <a:lnTo>
                  <a:pt x="87943" y="25741"/>
                </a:lnTo>
                <a:lnTo>
                  <a:pt x="128440" y="7790"/>
                </a:lnTo>
                <a:lnTo>
                  <a:pt x="172084" y="217"/>
                </a:lnTo>
                <a:lnTo>
                  <a:pt x="180974" y="0"/>
                </a:lnTo>
                <a:lnTo>
                  <a:pt x="1200149" y="0"/>
                </a:lnTo>
                <a:lnTo>
                  <a:pt x="1244133" y="5425"/>
                </a:lnTo>
                <a:lnTo>
                  <a:pt x="1285461" y="21367"/>
                </a:lnTo>
                <a:lnTo>
                  <a:pt x="1321678" y="46873"/>
                </a:lnTo>
                <a:lnTo>
                  <a:pt x="1350625" y="80430"/>
                </a:lnTo>
                <a:lnTo>
                  <a:pt x="1370550" y="120016"/>
                </a:lnTo>
                <a:lnTo>
                  <a:pt x="1380255" y="163236"/>
                </a:lnTo>
                <a:lnTo>
                  <a:pt x="1381124" y="180974"/>
                </a:lnTo>
                <a:lnTo>
                  <a:pt x="1380907" y="189865"/>
                </a:lnTo>
                <a:lnTo>
                  <a:pt x="1373333" y="233509"/>
                </a:lnTo>
                <a:lnTo>
                  <a:pt x="1355383" y="274006"/>
                </a:lnTo>
                <a:lnTo>
                  <a:pt x="1328118" y="308943"/>
                </a:lnTo>
                <a:lnTo>
                  <a:pt x="1293180" y="336208"/>
                </a:lnTo>
                <a:lnTo>
                  <a:pt x="1252684" y="354159"/>
                </a:lnTo>
                <a:lnTo>
                  <a:pt x="1209040" y="361732"/>
                </a:lnTo>
                <a:lnTo>
                  <a:pt x="1200149" y="361949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422426" y="2828775"/>
          <a:ext cx="7691755" cy="5935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97935"/>
                <a:gridCol w="3797935"/>
              </a:tblGrid>
              <a:tr h="989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900" spc="254" b="1">
                          <a:solidFill>
                            <a:srgbClr val="154272"/>
                          </a:solidFill>
                          <a:latin typeface="Calibri"/>
                          <a:cs typeface="Calibri"/>
                        </a:rPr>
                        <a:t>Nombre</a:t>
                      </a:r>
                      <a:r>
                        <a:rPr dirty="0" sz="1900" spc="85" b="1">
                          <a:solidFill>
                            <a:srgbClr val="15427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200" b="1">
                          <a:solidFill>
                            <a:srgbClr val="154272"/>
                          </a:solidFill>
                          <a:latin typeface="Calibri"/>
                          <a:cs typeface="Calibri"/>
                        </a:rPr>
                        <a:t>fase</a:t>
                      </a:r>
                      <a:r>
                        <a:rPr dirty="0" sz="1900" spc="90" b="1">
                          <a:solidFill>
                            <a:srgbClr val="15427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340" b="1">
                          <a:solidFill>
                            <a:srgbClr val="154272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1900" spc="90" b="1">
                          <a:solidFill>
                            <a:srgbClr val="15427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900" spc="135" b="1">
                          <a:solidFill>
                            <a:srgbClr val="154272"/>
                          </a:solidFill>
                          <a:latin typeface="Calibri"/>
                          <a:cs typeface="Calibri"/>
                        </a:rPr>
                        <a:t>hito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900" spc="200" b="1">
                          <a:solidFill>
                            <a:srgbClr val="205394"/>
                          </a:solidFill>
                          <a:latin typeface="Calibri"/>
                          <a:cs typeface="Calibri"/>
                        </a:rPr>
                        <a:t>Fecha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989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800">
                          <a:latin typeface="Montserrat"/>
                          <a:cs typeface="Montserrat"/>
                        </a:rPr>
                        <a:t>Inicio</a:t>
                      </a:r>
                      <a:r>
                        <a:rPr dirty="0" sz="1800" spc="-20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del</a:t>
                      </a:r>
                      <a:r>
                        <a:rPr dirty="0" sz="1800" spc="-15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 spc="-10">
                          <a:latin typeface="Montserrat"/>
                          <a:cs typeface="Montserrat"/>
                        </a:rPr>
                        <a:t>proyecto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7048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D9D9D9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12725">
                        <a:lnSpc>
                          <a:spcPct val="100000"/>
                        </a:lnSpc>
                      </a:pPr>
                      <a:r>
                        <a:rPr dirty="0" sz="1800" spc="-10">
                          <a:latin typeface="Open Sans"/>
                          <a:cs typeface="Open Sans"/>
                        </a:rPr>
                        <a:t>12/8/2026</a:t>
                      </a:r>
                      <a:endParaRPr sz="1800">
                        <a:latin typeface="Open Sans"/>
                        <a:cs typeface="Open Sans"/>
                      </a:endParaRPr>
                    </a:p>
                  </a:txBody>
                  <a:tcPr marL="0" marR="0" marB="0" marT="8064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D9D9D9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</a:tr>
              <a:tr h="989330">
                <a:tc>
                  <a:txBody>
                    <a:bodyPr/>
                    <a:lstStyle/>
                    <a:p>
                      <a:pPr marL="75565" marR="1157605">
                        <a:lnSpc>
                          <a:spcPct val="118100"/>
                        </a:lnSpc>
                        <a:spcBef>
                          <a:spcPts val="960"/>
                        </a:spcBef>
                      </a:pPr>
                      <a:r>
                        <a:rPr dirty="0" sz="1800">
                          <a:latin typeface="Montserrat"/>
                          <a:cs typeface="Montserrat"/>
                        </a:rPr>
                        <a:t>Fase</a:t>
                      </a:r>
                      <a:r>
                        <a:rPr dirty="0" sz="1800" spc="-30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1:</a:t>
                      </a:r>
                      <a:r>
                        <a:rPr dirty="0" sz="1800" spc="-25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definición</a:t>
                      </a:r>
                      <a:r>
                        <a:rPr dirty="0" sz="1800" spc="-25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 spc="-50">
                          <a:latin typeface="Montserrat"/>
                          <a:cs typeface="Montserrat"/>
                        </a:rPr>
                        <a:t>y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documentación</a:t>
                      </a:r>
                      <a:r>
                        <a:rPr dirty="0" sz="1800" spc="-70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 spc="-10">
                          <a:latin typeface="Montserrat"/>
                          <a:cs typeface="Montserrat"/>
                        </a:rPr>
                        <a:t>inicial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121920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12725">
                        <a:lnSpc>
                          <a:spcPct val="100000"/>
                        </a:lnSpc>
                      </a:pPr>
                      <a:r>
                        <a:rPr dirty="0" sz="1800" spc="-10">
                          <a:latin typeface="Open Sans"/>
                          <a:cs typeface="Open Sans"/>
                        </a:rPr>
                        <a:t>9/9/2026</a:t>
                      </a:r>
                      <a:endParaRPr sz="1800">
                        <a:latin typeface="Open Sans"/>
                        <a:cs typeface="Open Sans"/>
                      </a:endParaRPr>
                    </a:p>
                  </a:txBody>
                  <a:tcPr marL="0" marR="0" marB="0" marT="8064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</a:tr>
              <a:tr h="989330">
                <a:tc>
                  <a:txBody>
                    <a:bodyPr/>
                    <a:lstStyle/>
                    <a:p>
                      <a:pPr marL="75565" marR="306705">
                        <a:lnSpc>
                          <a:spcPct val="118100"/>
                        </a:lnSpc>
                        <a:spcBef>
                          <a:spcPts val="960"/>
                        </a:spcBef>
                      </a:pPr>
                      <a:r>
                        <a:rPr dirty="0" sz="1800">
                          <a:latin typeface="Montserrat"/>
                          <a:cs typeface="Montserrat"/>
                        </a:rPr>
                        <a:t>Fase</a:t>
                      </a:r>
                      <a:r>
                        <a:rPr dirty="0" sz="1800" spc="-45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2,</a:t>
                      </a:r>
                      <a:r>
                        <a:rPr dirty="0" sz="1800" spc="-40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primera</a:t>
                      </a:r>
                      <a:r>
                        <a:rPr dirty="0" sz="1800" spc="-40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parte:</a:t>
                      </a:r>
                      <a:r>
                        <a:rPr dirty="0" sz="1800" spc="-40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 spc="-10">
                          <a:latin typeface="Montserrat"/>
                          <a:cs typeface="Montserrat"/>
                        </a:rPr>
                        <a:t>modelo arquitectónico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121920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12725">
                        <a:lnSpc>
                          <a:spcPct val="100000"/>
                        </a:lnSpc>
                      </a:pPr>
                      <a:r>
                        <a:rPr dirty="0" sz="1800" spc="-10">
                          <a:latin typeface="Open Sans"/>
                          <a:cs typeface="Open Sans"/>
                        </a:rPr>
                        <a:t>30/9/2026</a:t>
                      </a:r>
                      <a:endParaRPr sz="1800">
                        <a:latin typeface="Open Sans"/>
                        <a:cs typeface="Open Sans"/>
                      </a:endParaRPr>
                    </a:p>
                  </a:txBody>
                  <a:tcPr marL="0" marR="0" marB="0" marT="8064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</a:tr>
              <a:tr h="989330">
                <a:tc>
                  <a:txBody>
                    <a:bodyPr/>
                    <a:lstStyle/>
                    <a:p>
                      <a:pPr marL="75565" marR="104775">
                        <a:lnSpc>
                          <a:spcPct val="118100"/>
                        </a:lnSpc>
                        <a:spcBef>
                          <a:spcPts val="960"/>
                        </a:spcBef>
                      </a:pPr>
                      <a:r>
                        <a:rPr dirty="0" sz="1800">
                          <a:latin typeface="Montserrat"/>
                          <a:cs typeface="Montserrat"/>
                        </a:rPr>
                        <a:t>Fase</a:t>
                      </a:r>
                      <a:r>
                        <a:rPr dirty="0" sz="1800" spc="-35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2,</a:t>
                      </a:r>
                      <a:r>
                        <a:rPr dirty="0" sz="1800" spc="-35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segunda</a:t>
                      </a:r>
                      <a:r>
                        <a:rPr dirty="0" sz="1800" spc="-30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 spc="-10">
                          <a:latin typeface="Montserrat"/>
                          <a:cs typeface="Montserrat"/>
                        </a:rPr>
                        <a:t>parte: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desarrollo</a:t>
                      </a:r>
                      <a:r>
                        <a:rPr dirty="0" sz="1800" spc="-25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del</a:t>
                      </a:r>
                      <a:r>
                        <a:rPr dirty="0" sz="1800" spc="-25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100</a:t>
                      </a:r>
                      <a:r>
                        <a:rPr dirty="0" sz="1800" spc="-20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%</a:t>
                      </a:r>
                      <a:r>
                        <a:rPr dirty="0" sz="1800" spc="-25">
                          <a:latin typeface="Montserrat"/>
                          <a:cs typeface="Montserrat"/>
                        </a:rPr>
                        <a:t> del</a:t>
                      </a:r>
                      <a:r>
                        <a:rPr dirty="0" sz="1800" spc="500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 spc="-10">
                          <a:latin typeface="Montserrat"/>
                          <a:cs typeface="Montserrat"/>
                        </a:rPr>
                        <a:t>sistema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121920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12725">
                        <a:lnSpc>
                          <a:spcPct val="100000"/>
                        </a:lnSpc>
                      </a:pPr>
                      <a:r>
                        <a:rPr dirty="0" sz="1800" spc="-10">
                          <a:latin typeface="Open Sans"/>
                          <a:cs typeface="Open Sans"/>
                        </a:rPr>
                        <a:t>11/11/2026</a:t>
                      </a:r>
                      <a:endParaRPr sz="1800">
                        <a:latin typeface="Open Sans"/>
                        <a:cs typeface="Open Sans"/>
                      </a:endParaRPr>
                    </a:p>
                  </a:txBody>
                  <a:tcPr marL="0" marR="0" marB="0" marT="8064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</a:tr>
              <a:tr h="989330">
                <a:tc>
                  <a:txBody>
                    <a:bodyPr/>
                    <a:lstStyle/>
                    <a:p>
                      <a:pPr marL="75565" marR="1005205">
                        <a:lnSpc>
                          <a:spcPct val="118100"/>
                        </a:lnSpc>
                        <a:spcBef>
                          <a:spcPts val="960"/>
                        </a:spcBef>
                      </a:pPr>
                      <a:r>
                        <a:rPr dirty="0" sz="1800">
                          <a:latin typeface="Montserrat"/>
                          <a:cs typeface="Montserrat"/>
                        </a:rPr>
                        <a:t>Fase</a:t>
                      </a:r>
                      <a:r>
                        <a:rPr dirty="0" sz="1800" spc="-40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3:</a:t>
                      </a:r>
                      <a:r>
                        <a:rPr dirty="0" sz="1800" spc="-35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cierre,</a:t>
                      </a:r>
                      <a:r>
                        <a:rPr dirty="0" sz="1800" spc="-35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pruebas</a:t>
                      </a:r>
                      <a:r>
                        <a:rPr dirty="0" sz="1800" spc="-35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 spc="-50">
                          <a:latin typeface="Montserrat"/>
                          <a:cs typeface="Montserrat"/>
                        </a:rPr>
                        <a:t>y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presentación</a:t>
                      </a:r>
                      <a:r>
                        <a:rPr dirty="0" sz="1800" spc="-60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 spc="-20">
                          <a:latin typeface="Montserrat"/>
                          <a:cs typeface="Montserrat"/>
                        </a:rPr>
                        <a:t>final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121920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12725">
                        <a:lnSpc>
                          <a:spcPct val="100000"/>
                        </a:lnSpc>
                      </a:pPr>
                      <a:r>
                        <a:rPr dirty="0" sz="1800" spc="-10">
                          <a:latin typeface="Open Sans"/>
                          <a:cs typeface="Open Sans"/>
                        </a:rPr>
                        <a:t>2/12/2026</a:t>
                      </a:r>
                      <a:endParaRPr sz="1800">
                        <a:latin typeface="Open Sans"/>
                        <a:cs typeface="Open Sans"/>
                      </a:endParaRPr>
                    </a:p>
                  </a:txBody>
                  <a:tcPr marL="0" marR="0" marB="0" marT="8064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10" name="object 10"/>
            <p:cNvSpPr/>
            <p:nvPr/>
          </p:nvSpPr>
          <p:spPr>
            <a:xfrm>
              <a:off x="0" y="9131713"/>
              <a:ext cx="18288000" cy="638175"/>
            </a:xfrm>
            <a:custGeom>
              <a:avLst/>
              <a:gdLst/>
              <a:ahLst/>
              <a:cxnLst/>
              <a:rect l="l" t="t" r="r" b="b"/>
              <a:pathLst>
                <a:path w="18288000" h="638175">
                  <a:moveTo>
                    <a:pt x="18287998" y="638174"/>
                  </a:moveTo>
                  <a:lnTo>
                    <a:pt x="0" y="638174"/>
                  </a:lnTo>
                  <a:lnTo>
                    <a:pt x="0" y="0"/>
                  </a:lnTo>
                  <a:lnTo>
                    <a:pt x="18287998" y="0"/>
                  </a:lnTo>
                  <a:lnTo>
                    <a:pt x="18287998" y="638174"/>
                  </a:lnTo>
                  <a:close/>
                </a:path>
              </a:pathLst>
            </a:custGeom>
            <a:solidFill>
              <a:srgbClr val="5D9CD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10534" y="0"/>
              <a:ext cx="3816816" cy="102869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9131713"/>
              <a:ext cx="18288000" cy="638175"/>
            </a:xfrm>
            <a:custGeom>
              <a:avLst/>
              <a:gdLst/>
              <a:ahLst/>
              <a:cxnLst/>
              <a:rect l="l" t="t" r="r" b="b"/>
              <a:pathLst>
                <a:path w="18288000" h="638175">
                  <a:moveTo>
                    <a:pt x="18287998" y="638174"/>
                  </a:moveTo>
                  <a:lnTo>
                    <a:pt x="0" y="638174"/>
                  </a:lnTo>
                  <a:lnTo>
                    <a:pt x="0" y="0"/>
                  </a:lnTo>
                  <a:lnTo>
                    <a:pt x="18287998" y="0"/>
                  </a:lnTo>
                  <a:lnTo>
                    <a:pt x="18287998" y="638174"/>
                  </a:lnTo>
                  <a:close/>
                </a:path>
              </a:pathLst>
            </a:custGeom>
            <a:solidFill>
              <a:srgbClr val="5D9CD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3628" y="0"/>
              <a:ext cx="3816815" cy="10286999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8929289" y="873188"/>
            <a:ext cx="8342630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910">
                <a:solidFill>
                  <a:srgbClr val="1B3B6B"/>
                </a:solidFill>
              </a:rPr>
              <a:t>Costos</a:t>
            </a:r>
            <a:r>
              <a:rPr dirty="0" sz="8000" spc="385">
                <a:solidFill>
                  <a:srgbClr val="1B3B6B"/>
                </a:solidFill>
              </a:rPr>
              <a:t> </a:t>
            </a:r>
            <a:r>
              <a:rPr dirty="0" sz="8000" spc="1065">
                <a:solidFill>
                  <a:srgbClr val="1B3B6B"/>
                </a:solidFill>
              </a:rPr>
              <a:t>por</a:t>
            </a:r>
            <a:r>
              <a:rPr dirty="0" sz="8000" spc="385">
                <a:solidFill>
                  <a:srgbClr val="1B3B6B"/>
                </a:solidFill>
              </a:rPr>
              <a:t> </a:t>
            </a:r>
            <a:r>
              <a:rPr dirty="0" sz="8000" spc="935">
                <a:solidFill>
                  <a:srgbClr val="1B3B6B"/>
                </a:solidFill>
              </a:rPr>
              <a:t>Fase</a:t>
            </a:r>
            <a:endParaRPr sz="8000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342255" y="3008309"/>
          <a:ext cx="6656070" cy="5335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80410"/>
                <a:gridCol w="3280410"/>
              </a:tblGrid>
              <a:tr h="75755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550"/>
                        </a:spcBef>
                      </a:pPr>
                      <a:r>
                        <a:rPr dirty="0" sz="1900" spc="200" b="1">
                          <a:solidFill>
                            <a:srgbClr val="154272"/>
                          </a:solidFill>
                          <a:latin typeface="Calibri"/>
                          <a:cs typeface="Calibri"/>
                        </a:rPr>
                        <a:t>Fase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196850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550"/>
                        </a:spcBef>
                      </a:pPr>
                      <a:r>
                        <a:rPr dirty="0" sz="1900" spc="210" b="1">
                          <a:solidFill>
                            <a:srgbClr val="154272"/>
                          </a:solidFill>
                          <a:latin typeface="Calibri"/>
                          <a:cs typeface="Calibri"/>
                        </a:rPr>
                        <a:t>Costo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196850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75755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1800">
                          <a:latin typeface="Montserrat"/>
                          <a:cs typeface="Montserrat"/>
                        </a:rPr>
                        <a:t>Fase</a:t>
                      </a:r>
                      <a:r>
                        <a:rPr dirty="0" sz="1800" spc="-25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de</a:t>
                      </a:r>
                      <a:r>
                        <a:rPr dirty="0" sz="1800" spc="-20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 spc="-10">
                          <a:latin typeface="Montserrat"/>
                          <a:cs typeface="Montserrat"/>
                        </a:rPr>
                        <a:t>Planificación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21907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D9D9D9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8580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1800" spc="-10">
                          <a:latin typeface="Montserrat"/>
                          <a:cs typeface="Montserrat"/>
                        </a:rPr>
                        <a:t>$498.333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21907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D9D9D9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</a:tr>
              <a:tr h="75755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1800">
                          <a:latin typeface="Montserrat"/>
                          <a:cs typeface="Montserrat"/>
                        </a:rPr>
                        <a:t>Fase</a:t>
                      </a:r>
                      <a:r>
                        <a:rPr dirty="0" sz="1800" spc="-20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de</a:t>
                      </a:r>
                      <a:r>
                        <a:rPr dirty="0" sz="1800" spc="-15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Análisis</a:t>
                      </a:r>
                      <a:r>
                        <a:rPr dirty="0" sz="1800" spc="-20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y</a:t>
                      </a:r>
                      <a:r>
                        <a:rPr dirty="0" sz="1800" spc="-15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 spc="-10">
                          <a:latin typeface="Montserrat"/>
                          <a:cs typeface="Montserrat"/>
                        </a:rPr>
                        <a:t>Diseño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21907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8580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1800" spc="-10">
                          <a:latin typeface="Montserrat"/>
                          <a:cs typeface="Montserrat"/>
                        </a:rPr>
                        <a:t>$1.003.889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21907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</a:tr>
              <a:tr h="75755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1800">
                          <a:latin typeface="Montserrat"/>
                          <a:cs typeface="Montserrat"/>
                        </a:rPr>
                        <a:t>Fase</a:t>
                      </a:r>
                      <a:r>
                        <a:rPr dirty="0" sz="1800" spc="-25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de</a:t>
                      </a:r>
                      <a:r>
                        <a:rPr dirty="0" sz="1800" spc="-20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 spc="-10">
                          <a:latin typeface="Montserrat"/>
                          <a:cs typeface="Montserrat"/>
                        </a:rPr>
                        <a:t>Desarrollo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21907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8580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1800" spc="-10">
                          <a:latin typeface="Montserrat"/>
                          <a:cs typeface="Montserrat"/>
                        </a:rPr>
                        <a:t>$6.261.667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21907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</a:tr>
              <a:tr h="75755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1800">
                          <a:latin typeface="Montserrat"/>
                          <a:cs typeface="Montserrat"/>
                        </a:rPr>
                        <a:t>Fase</a:t>
                      </a:r>
                      <a:r>
                        <a:rPr dirty="0" sz="1800" spc="-25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de</a:t>
                      </a:r>
                      <a:r>
                        <a:rPr dirty="0" sz="1800" spc="-20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 spc="-25">
                          <a:latin typeface="Montserrat"/>
                          <a:cs typeface="Montserrat"/>
                        </a:rPr>
                        <a:t>QA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21907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8580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1800" spc="-10">
                          <a:latin typeface="Montserrat"/>
                          <a:cs typeface="Montserrat"/>
                        </a:rPr>
                        <a:t>$816.667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21907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</a:tr>
              <a:tr h="789940">
                <a:tc>
                  <a:txBody>
                    <a:bodyPr/>
                    <a:lstStyle/>
                    <a:p>
                      <a:pPr marL="75565" marR="152400">
                        <a:lnSpc>
                          <a:spcPct val="118100"/>
                        </a:lnSpc>
                        <a:spcBef>
                          <a:spcPts val="209"/>
                        </a:spcBef>
                      </a:pPr>
                      <a:r>
                        <a:rPr dirty="0" sz="1800">
                          <a:latin typeface="Montserrat"/>
                          <a:cs typeface="Montserrat"/>
                        </a:rPr>
                        <a:t>Fase</a:t>
                      </a:r>
                      <a:r>
                        <a:rPr dirty="0" sz="1800" spc="-45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de</a:t>
                      </a:r>
                      <a:r>
                        <a:rPr dirty="0" sz="1800" spc="-45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Implementación</a:t>
                      </a:r>
                      <a:r>
                        <a:rPr dirty="0" sz="1800" spc="-45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 spc="-50">
                          <a:latin typeface="Montserrat"/>
                          <a:cs typeface="Montserrat"/>
                        </a:rPr>
                        <a:t>y </a:t>
                      </a:r>
                      <a:r>
                        <a:rPr dirty="0" sz="1800" spc="-10">
                          <a:latin typeface="Montserrat"/>
                          <a:cs typeface="Montserrat"/>
                        </a:rPr>
                        <a:t>Cierre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26669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8580">
                        <a:lnSpc>
                          <a:spcPct val="100000"/>
                        </a:lnSpc>
                        <a:spcBef>
                          <a:spcPts val="1875"/>
                        </a:spcBef>
                      </a:pPr>
                      <a:r>
                        <a:rPr dirty="0" sz="1800" spc="-10">
                          <a:latin typeface="Montserrat"/>
                          <a:cs typeface="Montserrat"/>
                        </a:rPr>
                        <a:t>$509.444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23812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</a:tr>
              <a:tr h="75755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1800" b="1">
                          <a:latin typeface="Montserrat"/>
                          <a:cs typeface="Montserrat"/>
                        </a:rPr>
                        <a:t>Total</a:t>
                      </a:r>
                      <a:r>
                        <a:rPr dirty="0" sz="1800" spc="-20" b="1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 b="1">
                          <a:latin typeface="Montserrat"/>
                          <a:cs typeface="Montserrat"/>
                        </a:rPr>
                        <a:t>HH</a:t>
                      </a:r>
                      <a:r>
                        <a:rPr dirty="0" sz="1800" spc="-15" b="1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 spc="-10" b="1">
                          <a:latin typeface="Montserrat"/>
                          <a:cs typeface="Montserrat"/>
                        </a:rPr>
                        <a:t>Fases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21907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8580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1800" spc="-10" b="1">
                          <a:latin typeface="Montserrat"/>
                          <a:cs typeface="Montserrat"/>
                        </a:rPr>
                        <a:t>$9.090.000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21907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464010" y="1019175"/>
          <a:ext cx="8336280" cy="83540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1740"/>
                <a:gridCol w="5748654"/>
              </a:tblGrid>
              <a:tr h="74803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550"/>
                        </a:spcBef>
                      </a:pPr>
                      <a:r>
                        <a:rPr dirty="0" sz="1900" spc="220" b="1">
                          <a:solidFill>
                            <a:srgbClr val="154272"/>
                          </a:solidFill>
                          <a:latin typeface="Calibri"/>
                          <a:cs typeface="Calibri"/>
                        </a:rPr>
                        <a:t>Componente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196850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D9D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550"/>
                        </a:spcBef>
                      </a:pPr>
                      <a:r>
                        <a:rPr dirty="0" sz="1900" spc="195" b="1">
                          <a:solidFill>
                            <a:srgbClr val="205394"/>
                          </a:solidFill>
                          <a:latin typeface="Calibri"/>
                          <a:cs typeface="Calibri"/>
                        </a:rPr>
                        <a:t>Tecnología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B="0" marT="196850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D9D9D9"/>
                      </a:solidFill>
                      <a:prstDash val="solid"/>
                    </a:lnB>
                  </a:tcPr>
                </a:tc>
              </a:tr>
              <a:tr h="74803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dirty="0" sz="1800">
                          <a:latin typeface="Montserrat"/>
                          <a:cs typeface="Montserrat"/>
                        </a:rPr>
                        <a:t>Aplicación</a:t>
                      </a:r>
                      <a:r>
                        <a:rPr dirty="0" sz="1800" spc="-40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 spc="-20">
                          <a:latin typeface="Montserrat"/>
                          <a:cs typeface="Montserrat"/>
                        </a:rPr>
                        <a:t>móvil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209550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D9D9D9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1800" spc="-10">
                          <a:latin typeface="Open Sans"/>
                          <a:cs typeface="Open Sans"/>
                        </a:rPr>
                        <a:t>Python</a:t>
                      </a:r>
                      <a:endParaRPr sz="1800">
                        <a:latin typeface="Open Sans"/>
                        <a:cs typeface="Open Sans"/>
                      </a:endParaRPr>
                    </a:p>
                  </a:txBody>
                  <a:tcPr marL="0" marR="0" marB="0" marT="21907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D9D9D9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</a:tr>
              <a:tr h="74803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dirty="0" sz="1800">
                          <a:latin typeface="Montserrat"/>
                          <a:cs typeface="Montserrat"/>
                        </a:rPr>
                        <a:t>Web</a:t>
                      </a:r>
                      <a:r>
                        <a:rPr dirty="0" sz="1800" spc="-45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 spc="-10">
                          <a:latin typeface="Montserrat"/>
                          <a:cs typeface="Montserrat"/>
                        </a:rPr>
                        <a:t>administrativa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209550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1800">
                          <a:latin typeface="Open Sans"/>
                          <a:cs typeface="Open Sans"/>
                        </a:rPr>
                        <a:t>HTML5,</a:t>
                      </a:r>
                      <a:r>
                        <a:rPr dirty="0" sz="1800" spc="-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CSS3</a:t>
                      </a:r>
                      <a:r>
                        <a:rPr dirty="0" sz="1800" spc="-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y </a:t>
                      </a:r>
                      <a:r>
                        <a:rPr dirty="0" sz="1800" spc="-10">
                          <a:latin typeface="Open Sans"/>
                          <a:cs typeface="Open Sans"/>
                        </a:rPr>
                        <a:t>JavaScript</a:t>
                      </a:r>
                      <a:endParaRPr sz="1800">
                        <a:latin typeface="Open Sans"/>
                        <a:cs typeface="Open Sans"/>
                      </a:endParaRPr>
                    </a:p>
                  </a:txBody>
                  <a:tcPr marL="0" marR="0" marB="0" marT="21907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</a:tr>
              <a:tr h="74803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dirty="0" sz="1800">
                          <a:latin typeface="Montserrat"/>
                          <a:cs typeface="Montserrat"/>
                        </a:rPr>
                        <a:t>Backend</a:t>
                      </a:r>
                      <a:r>
                        <a:rPr dirty="0" sz="1800" spc="-30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/</a:t>
                      </a:r>
                      <a:r>
                        <a:rPr dirty="0" sz="1800" spc="-30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 spc="-25">
                          <a:latin typeface="Montserrat"/>
                          <a:cs typeface="Montserrat"/>
                        </a:rPr>
                        <a:t>API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209550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1800">
                          <a:latin typeface="Open Sans"/>
                          <a:cs typeface="Open Sans"/>
                        </a:rPr>
                        <a:t>Python,</a:t>
                      </a:r>
                      <a:r>
                        <a:rPr dirty="0" sz="1800" spc="-1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Django</a:t>
                      </a:r>
                      <a:r>
                        <a:rPr dirty="0" sz="1800" spc="-1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y</a:t>
                      </a:r>
                      <a:r>
                        <a:rPr dirty="0" sz="1800" spc="-1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Django</a:t>
                      </a:r>
                      <a:r>
                        <a:rPr dirty="0" sz="1800" spc="-1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REST</a:t>
                      </a:r>
                      <a:r>
                        <a:rPr dirty="0" sz="1800" spc="-10">
                          <a:latin typeface="Open Sans"/>
                          <a:cs typeface="Open Sans"/>
                        </a:rPr>
                        <a:t> Framework</a:t>
                      </a:r>
                      <a:endParaRPr sz="1800">
                        <a:latin typeface="Open Sans"/>
                        <a:cs typeface="Open Sans"/>
                      </a:endParaRPr>
                    </a:p>
                  </a:txBody>
                  <a:tcPr marL="0" marR="0" marB="0" marT="21907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</a:tr>
              <a:tr h="74803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dirty="0" sz="1800">
                          <a:latin typeface="Montserrat"/>
                          <a:cs typeface="Montserrat"/>
                        </a:rPr>
                        <a:t>Base</a:t>
                      </a:r>
                      <a:r>
                        <a:rPr dirty="0" sz="1800" spc="-30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>
                          <a:latin typeface="Montserrat"/>
                          <a:cs typeface="Montserrat"/>
                        </a:rPr>
                        <a:t>de</a:t>
                      </a:r>
                      <a:r>
                        <a:rPr dirty="0" sz="1800" spc="-30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 spc="-20">
                          <a:latin typeface="Montserrat"/>
                          <a:cs typeface="Montserrat"/>
                        </a:rPr>
                        <a:t>datos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209550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1800">
                          <a:latin typeface="Open Sans"/>
                          <a:cs typeface="Open Sans"/>
                        </a:rPr>
                        <a:t>MySQL</a:t>
                      </a:r>
                      <a:r>
                        <a:rPr dirty="0" sz="1800" spc="-3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8.4</a:t>
                      </a:r>
                      <a:r>
                        <a:rPr dirty="0" sz="1800" spc="-3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 spc="-25">
                          <a:latin typeface="Open Sans"/>
                          <a:cs typeface="Open Sans"/>
                        </a:rPr>
                        <a:t>LTS</a:t>
                      </a:r>
                      <a:endParaRPr sz="1800">
                        <a:latin typeface="Open Sans"/>
                        <a:cs typeface="Open Sans"/>
                      </a:endParaRPr>
                    </a:p>
                  </a:txBody>
                  <a:tcPr marL="0" marR="0" marB="0" marT="21907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</a:tr>
              <a:tr h="789940">
                <a:tc>
                  <a:txBody>
                    <a:bodyPr/>
                    <a:lstStyle/>
                    <a:p>
                      <a:pPr marL="75565" marR="642620">
                        <a:lnSpc>
                          <a:spcPct val="118100"/>
                        </a:lnSpc>
                        <a:spcBef>
                          <a:spcPts val="209"/>
                        </a:spcBef>
                      </a:pPr>
                      <a:r>
                        <a:rPr dirty="0" sz="1800">
                          <a:latin typeface="Montserrat"/>
                          <a:cs typeface="Montserrat"/>
                        </a:rPr>
                        <a:t>Intercambio</a:t>
                      </a:r>
                      <a:r>
                        <a:rPr dirty="0" sz="1800" spc="-60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 spc="-25">
                          <a:latin typeface="Montserrat"/>
                          <a:cs typeface="Montserrat"/>
                        </a:rPr>
                        <a:t>de </a:t>
                      </a:r>
                      <a:r>
                        <a:rPr dirty="0" sz="1800" spc="-10">
                          <a:latin typeface="Montserrat"/>
                          <a:cs typeface="Montserrat"/>
                        </a:rPr>
                        <a:t>información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26669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dirty="0" sz="1800" spc="-20">
                          <a:latin typeface="Open Sans"/>
                          <a:cs typeface="Open Sans"/>
                        </a:rPr>
                        <a:t>JSON</a:t>
                      </a:r>
                      <a:endParaRPr sz="1800">
                        <a:latin typeface="Open Sans"/>
                        <a:cs typeface="Open Sans"/>
                      </a:endParaRPr>
                    </a:p>
                  </a:txBody>
                  <a:tcPr marL="0" marR="0" marB="0" marT="247650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</a:tr>
              <a:tr h="74803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dirty="0" sz="1800" spc="-10">
                          <a:latin typeface="Montserrat"/>
                          <a:cs typeface="Montserrat"/>
                        </a:rPr>
                        <a:t>Comunicación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209550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1800">
                          <a:latin typeface="Open Sans"/>
                          <a:cs typeface="Open Sans"/>
                        </a:rPr>
                        <a:t>API</a:t>
                      </a:r>
                      <a:r>
                        <a:rPr dirty="0" sz="1800" spc="-2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REST</a:t>
                      </a:r>
                      <a:r>
                        <a:rPr dirty="0" sz="1800" spc="-2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mediante</a:t>
                      </a:r>
                      <a:r>
                        <a:rPr dirty="0" sz="1800" spc="-2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HTTPS</a:t>
                      </a:r>
                      <a:r>
                        <a:rPr dirty="0" sz="1800" spc="-2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con</a:t>
                      </a:r>
                      <a:r>
                        <a:rPr dirty="0" sz="1800" spc="-2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TLS</a:t>
                      </a:r>
                      <a:r>
                        <a:rPr dirty="0" sz="1800" spc="-2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1.2</a:t>
                      </a:r>
                      <a:r>
                        <a:rPr dirty="0" sz="1800" spc="-2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o</a:t>
                      </a:r>
                      <a:r>
                        <a:rPr dirty="0" sz="1800" spc="-2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 spc="-10">
                          <a:latin typeface="Open Sans"/>
                          <a:cs typeface="Open Sans"/>
                        </a:rPr>
                        <a:t>superior</a:t>
                      </a:r>
                      <a:endParaRPr sz="1800">
                        <a:latin typeface="Open Sans"/>
                        <a:cs typeface="Open Sans"/>
                      </a:endParaRPr>
                    </a:p>
                  </a:txBody>
                  <a:tcPr marL="0" marR="0" marB="0" marT="21907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</a:tr>
              <a:tr h="789940">
                <a:tc>
                  <a:txBody>
                    <a:bodyPr/>
                    <a:lstStyle/>
                    <a:p>
                      <a:pPr marL="75565" marR="614045">
                        <a:lnSpc>
                          <a:spcPct val="118100"/>
                        </a:lnSpc>
                        <a:spcBef>
                          <a:spcPts val="209"/>
                        </a:spcBef>
                      </a:pPr>
                      <a:r>
                        <a:rPr dirty="0" sz="1800">
                          <a:latin typeface="Montserrat"/>
                          <a:cs typeface="Montserrat"/>
                        </a:rPr>
                        <a:t>Autenticación</a:t>
                      </a:r>
                      <a:r>
                        <a:rPr dirty="0" sz="1800" spc="-45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 spc="-50">
                          <a:latin typeface="Montserrat"/>
                          <a:cs typeface="Montserrat"/>
                        </a:rPr>
                        <a:t>y </a:t>
                      </a:r>
                      <a:r>
                        <a:rPr dirty="0" sz="1800" spc="-10">
                          <a:latin typeface="Montserrat"/>
                          <a:cs typeface="Montserrat"/>
                        </a:rPr>
                        <a:t>sesiones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26669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1103630">
                        <a:lnSpc>
                          <a:spcPct val="118100"/>
                        </a:lnSpc>
                        <a:spcBef>
                          <a:spcPts val="284"/>
                        </a:spcBef>
                      </a:pPr>
                      <a:r>
                        <a:rPr dirty="0" sz="1800">
                          <a:latin typeface="Open Sans"/>
                          <a:cs typeface="Open Sans"/>
                        </a:rPr>
                        <a:t>JSON</a:t>
                      </a:r>
                      <a:r>
                        <a:rPr dirty="0" sz="1800" spc="-2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Web</a:t>
                      </a:r>
                      <a:r>
                        <a:rPr dirty="0" sz="1800" spc="-2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Token,</a:t>
                      </a:r>
                      <a:r>
                        <a:rPr dirty="0" sz="1800" spc="-2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tokens</a:t>
                      </a:r>
                      <a:r>
                        <a:rPr dirty="0" sz="1800" spc="-1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de</a:t>
                      </a:r>
                      <a:r>
                        <a:rPr dirty="0" sz="1800" spc="-2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actualización</a:t>
                      </a:r>
                      <a:r>
                        <a:rPr dirty="0" sz="1800" spc="-2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 spc="-50">
                          <a:latin typeface="Open Sans"/>
                          <a:cs typeface="Open Sans"/>
                        </a:rPr>
                        <a:t>y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expiración de </a:t>
                      </a:r>
                      <a:r>
                        <a:rPr dirty="0" sz="1800" spc="-10">
                          <a:latin typeface="Open Sans"/>
                          <a:cs typeface="Open Sans"/>
                        </a:rPr>
                        <a:t>sesiones</a:t>
                      </a:r>
                      <a:endParaRPr sz="1800">
                        <a:latin typeface="Open Sans"/>
                        <a:cs typeface="Open Sans"/>
                      </a:endParaRPr>
                    </a:p>
                  </a:txBody>
                  <a:tcPr marL="0" marR="0" marB="0" marT="36194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</a:tr>
              <a:tr h="789940">
                <a:tc>
                  <a:txBody>
                    <a:bodyPr/>
                    <a:lstStyle/>
                    <a:p>
                      <a:pPr marL="75565" marR="867410">
                        <a:lnSpc>
                          <a:spcPct val="118100"/>
                        </a:lnSpc>
                        <a:spcBef>
                          <a:spcPts val="209"/>
                        </a:spcBef>
                      </a:pPr>
                      <a:r>
                        <a:rPr dirty="0" sz="1800">
                          <a:latin typeface="Montserrat"/>
                          <a:cs typeface="Montserrat"/>
                        </a:rPr>
                        <a:t>Seguridad</a:t>
                      </a:r>
                      <a:r>
                        <a:rPr dirty="0" sz="1800" spc="-95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 spc="-25">
                          <a:latin typeface="Montserrat"/>
                          <a:cs typeface="Montserrat"/>
                        </a:rPr>
                        <a:t>de </a:t>
                      </a:r>
                      <a:r>
                        <a:rPr dirty="0" sz="1800" spc="-10">
                          <a:latin typeface="Montserrat"/>
                          <a:cs typeface="Montserrat"/>
                        </a:rPr>
                        <a:t>contraseñas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26669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dirty="0" sz="1800">
                          <a:latin typeface="Open Sans"/>
                          <a:cs typeface="Open Sans"/>
                        </a:rPr>
                        <a:t>Argon2id</a:t>
                      </a:r>
                      <a:r>
                        <a:rPr dirty="0" sz="1800" spc="-1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o</a:t>
                      </a:r>
                      <a:r>
                        <a:rPr dirty="0" sz="1800" spc="-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 spc="-10">
                          <a:latin typeface="Open Sans"/>
                          <a:cs typeface="Open Sans"/>
                        </a:rPr>
                        <a:t>bcrypt</a:t>
                      </a:r>
                      <a:endParaRPr sz="1800">
                        <a:latin typeface="Open Sans"/>
                        <a:cs typeface="Open Sans"/>
                      </a:endParaRPr>
                    </a:p>
                  </a:txBody>
                  <a:tcPr marL="0" marR="0" marB="0" marT="247650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</a:tr>
              <a:tr h="74803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dirty="0" sz="1800" spc="-10">
                          <a:latin typeface="Montserrat"/>
                          <a:cs typeface="Montserrat"/>
                        </a:rPr>
                        <a:t>Autorización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209550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1800">
                          <a:latin typeface="Open Sans"/>
                          <a:cs typeface="Open Sans"/>
                        </a:rPr>
                        <a:t>Control</a:t>
                      </a:r>
                      <a:r>
                        <a:rPr dirty="0" sz="1800" spc="-2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de</a:t>
                      </a:r>
                      <a:r>
                        <a:rPr dirty="0" sz="1800" spc="-1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acceso</a:t>
                      </a:r>
                      <a:r>
                        <a:rPr dirty="0" sz="1800" spc="-1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basado</a:t>
                      </a:r>
                      <a:r>
                        <a:rPr dirty="0" sz="1800" spc="-1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en</a:t>
                      </a:r>
                      <a:r>
                        <a:rPr dirty="0" sz="1800" spc="-1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roles</a:t>
                      </a:r>
                      <a:r>
                        <a:rPr dirty="0" sz="1800" spc="-1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y</a:t>
                      </a:r>
                      <a:r>
                        <a:rPr dirty="0" sz="1800" spc="-1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 spc="-10">
                          <a:latin typeface="Open Sans"/>
                          <a:cs typeface="Open Sans"/>
                        </a:rPr>
                        <a:t>permisos</a:t>
                      </a:r>
                      <a:endParaRPr sz="1800">
                        <a:latin typeface="Open Sans"/>
                        <a:cs typeface="Open Sans"/>
                      </a:endParaRPr>
                    </a:p>
                  </a:txBody>
                  <a:tcPr marL="0" marR="0" marB="0" marT="21907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</a:tr>
              <a:tr h="748030">
                <a:tc>
                  <a:txBody>
                    <a:bodyPr/>
                    <a:lstStyle/>
                    <a:p>
                      <a:pPr marL="75565" marR="728345">
                        <a:lnSpc>
                          <a:spcPct val="118100"/>
                        </a:lnSpc>
                        <a:spcBef>
                          <a:spcPts val="209"/>
                        </a:spcBef>
                      </a:pPr>
                      <a:r>
                        <a:rPr dirty="0" sz="1800">
                          <a:latin typeface="Montserrat"/>
                          <a:cs typeface="Montserrat"/>
                        </a:rPr>
                        <a:t>Integración</a:t>
                      </a:r>
                      <a:r>
                        <a:rPr dirty="0" sz="1800" spc="-45">
                          <a:latin typeface="Montserrat"/>
                          <a:cs typeface="Montserrat"/>
                        </a:rPr>
                        <a:t> </a:t>
                      </a:r>
                      <a:r>
                        <a:rPr dirty="0" sz="1800" spc="-25">
                          <a:latin typeface="Montserrat"/>
                          <a:cs typeface="Montserrat"/>
                        </a:rPr>
                        <a:t>de </a:t>
                      </a:r>
                      <a:r>
                        <a:rPr dirty="0" sz="1800" spc="-10">
                          <a:latin typeface="Montserrat"/>
                          <a:cs typeface="Montserrat"/>
                        </a:rPr>
                        <a:t>pagos</a:t>
                      </a:r>
                      <a:endParaRPr sz="1800">
                        <a:latin typeface="Montserrat"/>
                        <a:cs typeface="Montserrat"/>
                      </a:endParaRPr>
                    </a:p>
                  </a:txBody>
                  <a:tcPr marL="0" marR="0" marB="0" marT="26669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dirty="0" sz="1800">
                          <a:latin typeface="Open Sans"/>
                          <a:cs typeface="Open Sans"/>
                        </a:rPr>
                        <a:t>Mercado</a:t>
                      </a:r>
                      <a:r>
                        <a:rPr dirty="0" sz="1800" spc="-6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Pago</a:t>
                      </a:r>
                      <a:r>
                        <a:rPr dirty="0" sz="1800" spc="-6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>
                          <a:latin typeface="Open Sans"/>
                          <a:cs typeface="Open Sans"/>
                        </a:rPr>
                        <a:t>Checkout</a:t>
                      </a:r>
                      <a:r>
                        <a:rPr dirty="0" sz="1800" spc="-6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800" spc="-25">
                          <a:latin typeface="Open Sans"/>
                          <a:cs typeface="Open Sans"/>
                        </a:rPr>
                        <a:t>Pro</a:t>
                      </a:r>
                      <a:endParaRPr sz="1800">
                        <a:latin typeface="Open Sans"/>
                        <a:cs typeface="Open Sans"/>
                      </a:endParaRPr>
                    </a:p>
                  </a:txBody>
                  <a:tcPr marL="0" marR="0" marB="0" marT="219075">
                    <a:lnL w="19050">
                      <a:solidFill>
                        <a:srgbClr val="1B3B6B"/>
                      </a:solidFill>
                      <a:prstDash val="solid"/>
                    </a:lnL>
                    <a:lnR w="19050">
                      <a:solidFill>
                        <a:srgbClr val="1B3B6B"/>
                      </a:solidFill>
                      <a:prstDash val="solid"/>
                    </a:lnR>
                    <a:lnT w="19050">
                      <a:solidFill>
                        <a:srgbClr val="1B3B6B"/>
                      </a:solidFill>
                      <a:prstDash val="solid"/>
                    </a:lnT>
                    <a:lnB w="19050">
                      <a:solidFill>
                        <a:srgbClr val="1B3B6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2" name="object 2"/>
          <p:cNvGrpSpPr/>
          <p:nvPr/>
        </p:nvGrpSpPr>
        <p:grpSpPr>
          <a:xfrm>
            <a:off x="10811674" y="0"/>
            <a:ext cx="7475220" cy="10287000"/>
            <a:chOff x="10811674" y="0"/>
            <a:chExt cx="7475220" cy="10287000"/>
          </a:xfrm>
        </p:grpSpPr>
        <p:sp>
          <p:nvSpPr>
            <p:cNvPr id="3" name="object 3"/>
            <p:cNvSpPr/>
            <p:nvPr/>
          </p:nvSpPr>
          <p:spPr>
            <a:xfrm>
              <a:off x="16107860" y="0"/>
              <a:ext cx="431165" cy="10287000"/>
            </a:xfrm>
            <a:custGeom>
              <a:avLst/>
              <a:gdLst/>
              <a:ahLst/>
              <a:cxnLst/>
              <a:rect l="l" t="t" r="r" b="b"/>
              <a:pathLst>
                <a:path w="431165" h="10287000">
                  <a:moveTo>
                    <a:pt x="0" y="10286999"/>
                  </a:moveTo>
                  <a:lnTo>
                    <a:pt x="431018" y="10286999"/>
                  </a:lnTo>
                  <a:lnTo>
                    <a:pt x="431018" y="0"/>
                  </a:lnTo>
                  <a:lnTo>
                    <a:pt x="0" y="0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15427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538878" y="0"/>
              <a:ext cx="431165" cy="10287000"/>
            </a:xfrm>
            <a:custGeom>
              <a:avLst/>
              <a:gdLst/>
              <a:ahLst/>
              <a:cxnLst/>
              <a:rect l="l" t="t" r="r" b="b"/>
              <a:pathLst>
                <a:path w="431165" h="10287000">
                  <a:moveTo>
                    <a:pt x="0" y="10286999"/>
                  </a:moveTo>
                  <a:lnTo>
                    <a:pt x="431016" y="10286999"/>
                  </a:lnTo>
                  <a:lnTo>
                    <a:pt x="431016" y="0"/>
                  </a:lnTo>
                  <a:lnTo>
                    <a:pt x="0" y="0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205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969895" y="0"/>
              <a:ext cx="438150" cy="10287000"/>
            </a:xfrm>
            <a:custGeom>
              <a:avLst/>
              <a:gdLst/>
              <a:ahLst/>
              <a:cxnLst/>
              <a:rect l="l" t="t" r="r" b="b"/>
              <a:pathLst>
                <a:path w="438150" h="10287000">
                  <a:moveTo>
                    <a:pt x="438149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438149" y="0"/>
                  </a:lnTo>
                  <a:lnTo>
                    <a:pt x="438149" y="10286999"/>
                  </a:lnTo>
                  <a:close/>
                </a:path>
              </a:pathLst>
            </a:custGeom>
            <a:solidFill>
              <a:srgbClr val="2D7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409264" y="0"/>
              <a:ext cx="438150" cy="10287000"/>
            </a:xfrm>
            <a:custGeom>
              <a:avLst/>
              <a:gdLst/>
              <a:ahLst/>
              <a:cxnLst/>
              <a:rect l="l" t="t" r="r" b="b"/>
              <a:pathLst>
                <a:path w="438150" h="10287000">
                  <a:moveTo>
                    <a:pt x="438149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438149" y="0"/>
                  </a:lnTo>
                  <a:lnTo>
                    <a:pt x="438149" y="10286999"/>
                  </a:lnTo>
                  <a:close/>
                </a:path>
              </a:pathLst>
            </a:custGeom>
            <a:solidFill>
              <a:srgbClr val="498C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7848632" y="0"/>
              <a:ext cx="438150" cy="10287000"/>
            </a:xfrm>
            <a:custGeom>
              <a:avLst/>
              <a:gdLst/>
              <a:ahLst/>
              <a:cxnLst/>
              <a:rect l="l" t="t" r="r" b="b"/>
              <a:pathLst>
                <a:path w="438150" h="10287000">
                  <a:moveTo>
                    <a:pt x="438149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438149" y="0"/>
                  </a:lnTo>
                  <a:lnTo>
                    <a:pt x="438149" y="10286999"/>
                  </a:lnTo>
                  <a:close/>
                </a:path>
              </a:pathLst>
            </a:custGeom>
            <a:solidFill>
              <a:srgbClr val="5D9C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811674" y="0"/>
              <a:ext cx="5296535" cy="10283825"/>
            </a:xfrm>
            <a:custGeom>
              <a:avLst/>
              <a:gdLst/>
              <a:ahLst/>
              <a:cxnLst/>
              <a:rect l="l" t="t" r="r" b="b"/>
              <a:pathLst>
                <a:path w="5296534" h="10283825">
                  <a:moveTo>
                    <a:pt x="5296185" y="10283249"/>
                  </a:moveTo>
                  <a:lnTo>
                    <a:pt x="0" y="10283249"/>
                  </a:lnTo>
                  <a:lnTo>
                    <a:pt x="0" y="0"/>
                  </a:lnTo>
                  <a:lnTo>
                    <a:pt x="5296185" y="0"/>
                  </a:lnTo>
                  <a:lnTo>
                    <a:pt x="5296185" y="10283249"/>
                  </a:lnTo>
                  <a:close/>
                </a:path>
              </a:pathLst>
            </a:custGeom>
            <a:solidFill>
              <a:srgbClr val="0A2648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41B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788336" y="0"/>
            <a:ext cx="2914650" cy="10287000"/>
            <a:chOff x="788336" y="0"/>
            <a:chExt cx="2914650" cy="102870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8336" y="0"/>
              <a:ext cx="2914262" cy="1028252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88336" y="0"/>
              <a:ext cx="2914650" cy="4949190"/>
            </a:xfrm>
            <a:custGeom>
              <a:avLst/>
              <a:gdLst/>
              <a:ahLst/>
              <a:cxnLst/>
              <a:rect l="l" t="t" r="r" b="b"/>
              <a:pathLst>
                <a:path w="2914650" h="4949190">
                  <a:moveTo>
                    <a:pt x="0" y="4948647"/>
                  </a:moveTo>
                  <a:lnTo>
                    <a:pt x="2914262" y="4948647"/>
                  </a:lnTo>
                  <a:lnTo>
                    <a:pt x="2914262" y="0"/>
                  </a:lnTo>
                  <a:lnTo>
                    <a:pt x="0" y="0"/>
                  </a:lnTo>
                  <a:lnTo>
                    <a:pt x="0" y="4948647"/>
                  </a:lnTo>
                  <a:close/>
                </a:path>
              </a:pathLst>
            </a:custGeom>
            <a:solidFill>
              <a:srgbClr val="2D73B3">
                <a:alpha val="75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88336" y="4948647"/>
              <a:ext cx="2914650" cy="104139"/>
            </a:xfrm>
            <a:custGeom>
              <a:avLst/>
              <a:gdLst/>
              <a:ahLst/>
              <a:cxnLst/>
              <a:rect l="l" t="t" r="r" b="b"/>
              <a:pathLst>
                <a:path w="2914650" h="104139">
                  <a:moveTo>
                    <a:pt x="2914142" y="103556"/>
                  </a:moveTo>
                  <a:lnTo>
                    <a:pt x="0" y="103556"/>
                  </a:lnTo>
                  <a:lnTo>
                    <a:pt x="0" y="0"/>
                  </a:lnTo>
                  <a:lnTo>
                    <a:pt x="2914142" y="0"/>
                  </a:lnTo>
                  <a:lnTo>
                    <a:pt x="2914142" y="103556"/>
                  </a:lnTo>
                  <a:close/>
                </a:path>
              </a:pathLst>
            </a:custGeom>
            <a:solidFill>
              <a:srgbClr val="2D73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88336" y="5052204"/>
              <a:ext cx="2914650" cy="5234940"/>
            </a:xfrm>
            <a:custGeom>
              <a:avLst/>
              <a:gdLst/>
              <a:ahLst/>
              <a:cxnLst/>
              <a:rect l="l" t="t" r="r" b="b"/>
              <a:pathLst>
                <a:path w="2914650" h="5234940">
                  <a:moveTo>
                    <a:pt x="2914262" y="5234795"/>
                  </a:moveTo>
                  <a:lnTo>
                    <a:pt x="0" y="5234795"/>
                  </a:lnTo>
                  <a:lnTo>
                    <a:pt x="0" y="0"/>
                  </a:lnTo>
                  <a:lnTo>
                    <a:pt x="2914262" y="0"/>
                  </a:lnTo>
                  <a:lnTo>
                    <a:pt x="2914262" y="5234795"/>
                  </a:lnTo>
                  <a:close/>
                </a:path>
              </a:pathLst>
            </a:custGeom>
            <a:solidFill>
              <a:srgbClr val="2D73B3">
                <a:alpha val="75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1896" rIns="0" bIns="0" rtlCol="0" vert="horz">
            <a:spAutoFit/>
          </a:bodyPr>
          <a:lstStyle/>
          <a:p>
            <a:pPr marL="320675">
              <a:lnSpc>
                <a:spcPct val="100000"/>
              </a:lnSpc>
              <a:spcBef>
                <a:spcPts val="100"/>
              </a:spcBef>
            </a:pPr>
            <a:r>
              <a:rPr dirty="0" spc="919"/>
              <a:t>Conclusión</a:t>
            </a:r>
          </a:p>
        </p:txBody>
      </p:sp>
      <p:sp>
        <p:nvSpPr>
          <p:cNvPr id="4" name="object 4"/>
          <p:cNvSpPr/>
          <p:nvPr/>
        </p:nvSpPr>
        <p:spPr>
          <a:xfrm>
            <a:off x="13070095" y="2952217"/>
            <a:ext cx="982980" cy="1301750"/>
          </a:xfrm>
          <a:custGeom>
            <a:avLst/>
            <a:gdLst/>
            <a:ahLst/>
            <a:cxnLst/>
            <a:rect l="l" t="t" r="r" b="b"/>
            <a:pathLst>
              <a:path w="982980" h="1301750">
                <a:moveTo>
                  <a:pt x="982910" y="1301588"/>
                </a:moveTo>
                <a:lnTo>
                  <a:pt x="0" y="1301588"/>
                </a:lnTo>
                <a:lnTo>
                  <a:pt x="0" y="0"/>
                </a:lnTo>
                <a:lnTo>
                  <a:pt x="982910" y="0"/>
                </a:lnTo>
                <a:lnTo>
                  <a:pt x="982910" y="1301588"/>
                </a:lnTo>
                <a:close/>
              </a:path>
            </a:pathLst>
          </a:custGeom>
          <a:solidFill>
            <a:srgbClr val="2D7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4357762" y="2952217"/>
            <a:ext cx="3931285" cy="1302385"/>
          </a:xfrm>
          <a:custGeom>
            <a:avLst/>
            <a:gdLst/>
            <a:ahLst/>
            <a:cxnLst/>
            <a:rect l="l" t="t" r="r" b="b"/>
            <a:pathLst>
              <a:path w="3931284" h="1302385">
                <a:moveTo>
                  <a:pt x="3930721" y="1301765"/>
                </a:moveTo>
                <a:lnTo>
                  <a:pt x="0" y="1301765"/>
                </a:lnTo>
                <a:lnTo>
                  <a:pt x="0" y="0"/>
                </a:lnTo>
                <a:lnTo>
                  <a:pt x="3930721" y="0"/>
                </a:lnTo>
                <a:lnTo>
                  <a:pt x="3930721" y="1301765"/>
                </a:lnTo>
                <a:close/>
              </a:path>
            </a:pathLst>
          </a:custGeom>
          <a:solidFill>
            <a:srgbClr val="2D73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708318" y="5302685"/>
            <a:ext cx="12249150" cy="27012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164465">
              <a:lnSpc>
                <a:spcPct val="100000"/>
              </a:lnSpc>
              <a:spcBef>
                <a:spcPts val="130"/>
              </a:spcBef>
            </a:pPr>
            <a:r>
              <a:rPr dirty="0" sz="1950" spc="470" b="1">
                <a:solidFill>
                  <a:srgbClr val="FFFFFF"/>
                </a:solidFill>
                <a:latin typeface="Calibri"/>
                <a:cs typeface="Calibri"/>
              </a:rPr>
              <a:t>REDSOL</a:t>
            </a:r>
            <a:r>
              <a:rPr dirty="0" sz="1950" spc="49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459" b="1">
                <a:solidFill>
                  <a:srgbClr val="FFFFFF"/>
                </a:solidFill>
                <a:latin typeface="Calibri"/>
                <a:cs typeface="Calibri"/>
              </a:rPr>
              <a:t>SERVICE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80" b="1">
                <a:solidFill>
                  <a:srgbClr val="FFFFFF"/>
                </a:solidFill>
                <a:latin typeface="Calibri"/>
                <a:cs typeface="Calibri"/>
              </a:rPr>
              <a:t>BUSCA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59" b="1">
                <a:solidFill>
                  <a:srgbClr val="FFFFFF"/>
                </a:solidFill>
                <a:latin typeface="Calibri"/>
                <a:cs typeface="Calibri"/>
              </a:rPr>
              <a:t>MEJORAR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20" b="1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50" b="1">
                <a:solidFill>
                  <a:srgbClr val="FFFFFF"/>
                </a:solidFill>
                <a:latin typeface="Calibri"/>
                <a:cs typeface="Calibri"/>
              </a:rPr>
              <a:t>FORMA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370" b="1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385" b="1">
                <a:solidFill>
                  <a:srgbClr val="FFFFFF"/>
                </a:solidFill>
                <a:latin typeface="Calibri"/>
                <a:cs typeface="Calibri"/>
              </a:rPr>
              <a:t>QUE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500" b="1">
                <a:solidFill>
                  <a:srgbClr val="FFFFFF"/>
                </a:solidFill>
                <a:latin typeface="Calibri"/>
                <a:cs typeface="Calibri"/>
              </a:rPr>
              <a:t>LOS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95" b="1">
                <a:solidFill>
                  <a:srgbClr val="FFFFFF"/>
                </a:solidFill>
                <a:latin typeface="Calibri"/>
                <a:cs typeface="Calibri"/>
              </a:rPr>
              <a:t>VECINOS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31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950" spc="35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05" b="1">
                <a:solidFill>
                  <a:srgbClr val="FFFFFF"/>
                </a:solidFill>
                <a:latin typeface="Calibri"/>
                <a:cs typeface="Calibri"/>
              </a:rPr>
              <a:t>CIUDAD </a:t>
            </a:r>
            <a:r>
              <a:rPr dirty="0" sz="1950" spc="370" b="1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500" b="1">
                <a:solidFill>
                  <a:srgbClr val="FFFFFF"/>
                </a:solidFill>
                <a:latin typeface="Calibri"/>
                <a:cs typeface="Calibri"/>
              </a:rPr>
              <a:t>SOL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70" b="1">
                <a:solidFill>
                  <a:srgbClr val="FFFFFF"/>
                </a:solidFill>
                <a:latin typeface="Calibri"/>
                <a:cs typeface="Calibri"/>
              </a:rPr>
              <a:t>ENCUENTRAN</a:t>
            </a:r>
            <a:r>
              <a:rPr dirty="0" sz="1950" spc="35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45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1950" spc="5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505" b="1">
                <a:solidFill>
                  <a:srgbClr val="FFFFFF"/>
                </a:solidFill>
                <a:latin typeface="Calibri"/>
                <a:cs typeface="Calibri"/>
              </a:rPr>
              <a:t>CONTRATAN</a:t>
            </a:r>
            <a:r>
              <a:rPr dirty="0" sz="1950" spc="5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480" b="1">
                <a:solidFill>
                  <a:srgbClr val="FFFFFF"/>
                </a:solidFill>
                <a:latin typeface="Calibri"/>
                <a:cs typeface="Calibri"/>
              </a:rPr>
              <a:t>SERVICIOS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80" b="1">
                <a:solidFill>
                  <a:srgbClr val="FFFFFF"/>
                </a:solidFill>
                <a:latin typeface="Calibri"/>
                <a:cs typeface="Calibri"/>
              </a:rPr>
              <a:t>LOCALES.</a:t>
            </a:r>
            <a:endParaRPr sz="1950">
              <a:latin typeface="Calibri"/>
              <a:cs typeface="Calibri"/>
            </a:endParaRPr>
          </a:p>
          <a:p>
            <a:pPr marL="12700">
              <a:lnSpc>
                <a:spcPts val="2340"/>
              </a:lnSpc>
              <a:spcBef>
                <a:spcPts val="2330"/>
              </a:spcBef>
            </a:pPr>
            <a:r>
              <a:rPr dirty="0" sz="1950" spc="420" b="1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95" b="1">
                <a:solidFill>
                  <a:srgbClr val="FFFFFF"/>
                </a:solidFill>
                <a:latin typeface="Calibri"/>
                <a:cs typeface="Calibri"/>
              </a:rPr>
              <a:t>SOLUCIÓN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40" b="1">
                <a:solidFill>
                  <a:srgbClr val="FFFFFF"/>
                </a:solidFill>
                <a:latin typeface="Calibri"/>
                <a:cs typeface="Calibri"/>
              </a:rPr>
              <a:t>INTEGRA</a:t>
            </a:r>
            <a:r>
              <a:rPr dirty="0" sz="1950" spc="35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25" b="1">
                <a:solidFill>
                  <a:srgbClr val="FFFFFF"/>
                </a:solidFill>
                <a:latin typeface="Calibri"/>
                <a:cs typeface="Calibri"/>
              </a:rPr>
              <a:t>UNA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84" b="1">
                <a:solidFill>
                  <a:srgbClr val="FFFFFF"/>
                </a:solidFill>
                <a:latin typeface="Calibri"/>
                <a:cs typeface="Calibri"/>
              </a:rPr>
              <a:t>APLICACIÓN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25" b="1">
                <a:solidFill>
                  <a:srgbClr val="FFFFFF"/>
                </a:solidFill>
                <a:latin typeface="Calibri"/>
                <a:cs typeface="Calibri"/>
              </a:rPr>
              <a:t>MÓVIL</a:t>
            </a:r>
            <a:r>
              <a:rPr dirty="0" sz="1950" spc="35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70" b="1">
                <a:solidFill>
                  <a:srgbClr val="FFFFFF"/>
                </a:solidFill>
                <a:latin typeface="Calibri"/>
                <a:cs typeface="Calibri"/>
              </a:rPr>
              <a:t>PARA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95" b="1">
                <a:solidFill>
                  <a:srgbClr val="FFFFFF"/>
                </a:solidFill>
                <a:latin typeface="Calibri"/>
                <a:cs typeface="Calibri"/>
              </a:rPr>
              <a:t>VECINOS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395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950">
              <a:latin typeface="Calibri"/>
              <a:cs typeface="Calibri"/>
            </a:endParaRPr>
          </a:p>
          <a:p>
            <a:pPr marL="12700" marR="5080">
              <a:lnSpc>
                <a:spcPts val="2340"/>
              </a:lnSpc>
              <a:spcBef>
                <a:spcPts val="75"/>
              </a:spcBef>
            </a:pPr>
            <a:r>
              <a:rPr dirty="0" sz="1950" spc="470" b="1">
                <a:solidFill>
                  <a:srgbClr val="FFFFFF"/>
                </a:solidFill>
                <a:latin typeface="Calibri"/>
                <a:cs typeface="Calibri"/>
              </a:rPr>
              <a:t>PRESTADORES,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25" b="1">
                <a:solidFill>
                  <a:srgbClr val="FFFFFF"/>
                </a:solidFill>
                <a:latin typeface="Calibri"/>
                <a:cs typeface="Calibri"/>
              </a:rPr>
              <a:t>UNA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25" b="1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34" b="1">
                <a:solidFill>
                  <a:srgbClr val="FFFFFF"/>
                </a:solidFill>
                <a:latin typeface="Calibri"/>
                <a:cs typeface="Calibri"/>
              </a:rPr>
              <a:t>ADMINISTRATIVA,</a:t>
            </a:r>
            <a:r>
              <a:rPr dirty="0" sz="1950" spc="35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40" b="1">
                <a:solidFill>
                  <a:srgbClr val="FFFFFF"/>
                </a:solidFill>
                <a:latin typeface="Calibri"/>
                <a:cs typeface="Calibri"/>
              </a:rPr>
              <a:t>BASE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31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65" b="1">
                <a:solidFill>
                  <a:srgbClr val="FFFFFF"/>
                </a:solidFill>
                <a:latin typeface="Calibri"/>
                <a:cs typeface="Calibri"/>
              </a:rPr>
              <a:t>DATOS,</a:t>
            </a:r>
            <a:r>
              <a:rPr dirty="0" sz="1950" spc="35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370" b="1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30" b="1">
                <a:solidFill>
                  <a:srgbClr val="FFFFFF"/>
                </a:solidFill>
                <a:latin typeface="Calibri"/>
                <a:cs typeface="Calibri"/>
              </a:rPr>
              <a:t>REST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45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1950" spc="5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515" b="1">
                <a:solidFill>
                  <a:srgbClr val="FFFFFF"/>
                </a:solidFill>
                <a:latin typeface="Calibri"/>
                <a:cs typeface="Calibri"/>
              </a:rPr>
              <a:t>PAGOS </a:t>
            </a:r>
            <a:r>
              <a:rPr dirty="0" sz="1950" spc="395" b="1">
                <a:solidFill>
                  <a:srgbClr val="FFFFFF"/>
                </a:solidFill>
                <a:latin typeface="Calibri"/>
                <a:cs typeface="Calibri"/>
              </a:rPr>
              <a:t>MEDIANTE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70" b="1">
                <a:solidFill>
                  <a:srgbClr val="FFFFFF"/>
                </a:solidFill>
                <a:latin typeface="Calibri"/>
                <a:cs typeface="Calibri"/>
              </a:rPr>
              <a:t>MERCADO</a:t>
            </a:r>
            <a:r>
              <a:rPr dirty="0" sz="1950" spc="35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65" b="1">
                <a:solidFill>
                  <a:srgbClr val="FFFFFF"/>
                </a:solidFill>
                <a:latin typeface="Calibri"/>
                <a:cs typeface="Calibri"/>
              </a:rPr>
              <a:t>PAGO.</a:t>
            </a:r>
            <a:endParaRPr sz="1950">
              <a:latin typeface="Calibri"/>
              <a:cs typeface="Calibri"/>
            </a:endParaRPr>
          </a:p>
          <a:p>
            <a:pPr marL="12700" marR="1561465">
              <a:lnSpc>
                <a:spcPct val="100000"/>
              </a:lnSpc>
              <a:spcBef>
                <a:spcPts val="2250"/>
              </a:spcBef>
            </a:pPr>
            <a:r>
              <a:rPr dirty="0" sz="1950" spc="530" b="1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dirty="0" sz="1950" spc="5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440" b="1">
                <a:solidFill>
                  <a:srgbClr val="FFFFFF"/>
                </a:solidFill>
                <a:latin typeface="Calibri"/>
                <a:cs typeface="Calibri"/>
              </a:rPr>
              <a:t>ESTO,</a:t>
            </a:r>
            <a:r>
              <a:rPr dirty="0" sz="1950" spc="35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340" b="1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dirty="0" sz="1950" spc="5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509" b="1">
                <a:solidFill>
                  <a:srgbClr val="FFFFFF"/>
                </a:solidFill>
                <a:latin typeface="Calibri"/>
                <a:cs typeface="Calibri"/>
              </a:rPr>
              <a:t>PROYECTO</a:t>
            </a:r>
            <a:r>
              <a:rPr dirty="0" sz="1950" spc="5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455" b="1">
                <a:solidFill>
                  <a:srgbClr val="FFFFFF"/>
                </a:solidFill>
                <a:latin typeface="Calibri"/>
                <a:cs typeface="Calibri"/>
              </a:rPr>
              <a:t>ENTREGA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25" b="1">
                <a:solidFill>
                  <a:srgbClr val="FFFFFF"/>
                </a:solidFill>
                <a:latin typeface="Calibri"/>
                <a:cs typeface="Calibri"/>
              </a:rPr>
              <a:t>UNA</a:t>
            </a:r>
            <a:r>
              <a:rPr dirty="0" sz="1950" spc="35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59" b="1">
                <a:solidFill>
                  <a:srgbClr val="FFFFFF"/>
                </a:solidFill>
                <a:latin typeface="Calibri"/>
                <a:cs typeface="Calibri"/>
              </a:rPr>
              <a:t>ALTERNATIVA</a:t>
            </a:r>
            <a:r>
              <a:rPr dirty="0" sz="1950" spc="35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95" b="1">
                <a:solidFill>
                  <a:srgbClr val="FFFFFF"/>
                </a:solidFill>
                <a:latin typeface="Calibri"/>
                <a:cs typeface="Calibri"/>
              </a:rPr>
              <a:t>ORGANIZADA, </a:t>
            </a:r>
            <a:r>
              <a:rPr dirty="0" sz="1950" spc="459" b="1">
                <a:solidFill>
                  <a:srgbClr val="FFFFFF"/>
                </a:solidFill>
                <a:latin typeface="Calibri"/>
                <a:cs typeface="Calibri"/>
              </a:rPr>
              <a:t>CONFIABLE</a:t>
            </a:r>
            <a:r>
              <a:rPr dirty="0" sz="1950" spc="49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445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1950" spc="49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445" b="1">
                <a:solidFill>
                  <a:srgbClr val="FFFFFF"/>
                </a:solidFill>
                <a:latin typeface="Calibri"/>
                <a:cs typeface="Calibri"/>
              </a:rPr>
              <a:t>ALINEADA</a:t>
            </a:r>
            <a:r>
              <a:rPr dirty="0" sz="1950" spc="5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530" b="1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dirty="0" sz="1950" spc="49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480" b="1">
                <a:solidFill>
                  <a:srgbClr val="FFFFFF"/>
                </a:solidFill>
                <a:latin typeface="Calibri"/>
                <a:cs typeface="Calibri"/>
              </a:rPr>
              <a:t>LAS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59" b="1">
                <a:solidFill>
                  <a:srgbClr val="FFFFFF"/>
                </a:solidFill>
                <a:latin typeface="Calibri"/>
                <a:cs typeface="Calibri"/>
              </a:rPr>
              <a:t>NECESIDADES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31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20" b="1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dirty="0" sz="1950" spc="30" b="1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950" spc="434" b="1">
                <a:solidFill>
                  <a:srgbClr val="FFFFFF"/>
                </a:solidFill>
                <a:latin typeface="Calibri"/>
                <a:cs typeface="Calibri"/>
              </a:rPr>
              <a:t>COMUNIDAD</a:t>
            </a:r>
            <a:endParaRPr sz="1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EMILIA BELEN GUAJARDO ORTIZ</dc:creator>
  <cp:keywords>DAHUYONCPCY,BAF-kbP-qyI</cp:keywords>
  <dc:title> Presentación 1-Capstone Grupo 05</dc:title>
  <dcterms:created xsi:type="dcterms:W3CDTF">2026-09-14T15:24:22Z</dcterms:created>
  <dcterms:modified xsi:type="dcterms:W3CDTF">2026-09-14T15:24:22Z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2026-09-11T00:00:00Z</vt:filetime>
  </property>
  <property fmtid="{D5CDD505-2E9C-101B-9397-08002B2CF9AE}" pid="4" name="Creator">
    <vt:lpwstr>Canva</vt:lpwstr>
  </property>
  <property fmtid="{D5CDD505-2E9C-101B-9397-08002B2CF9AE}" pid="5" name="LastSaved">
    <vt:filetime>2026-09-14T00:00:00Z</vt:filetime>
  </property>
  <property fmtid="{D5CDD505-2E9C-101B-9397-08002B2CF9AE}" pid="6" name="Producer">
    <vt:lpwstr>Canva</vt:lpwstr>
  </property>
</Properties>
</file>